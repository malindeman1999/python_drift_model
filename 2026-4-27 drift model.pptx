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theme/theme2.xml" ContentType="application/vnd.openxmlformats-officedocument.them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1"/>
  </p:notesMasterIdLst>
  <p:sldIdLst>
    <p:sldId id="259" r:id="rId2"/>
    <p:sldId id="394" r:id="rId3"/>
    <p:sldId id="401" r:id="rId4"/>
    <p:sldId id="395" r:id="rId5"/>
    <p:sldId id="396" r:id="rId6"/>
    <p:sldId id="397" r:id="rId7"/>
    <p:sldId id="398" r:id="rId8"/>
    <p:sldId id="399" r:id="rId9"/>
    <p:sldId id="400" r:id="rId10"/>
  </p:sldIdLst>
  <p:sldSz cx="12192000" cy="6858000"/>
  <p:notesSz cx="7010400" cy="92964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CAEEFB"/>
    <a:srgbClr val="E5978F"/>
    <a:srgbClr val="156082"/>
    <a:srgbClr val="873694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67E752DD-9E2C-4B2F-8C94-AA54149B06CA}" v="35" dt="2026-04-27T21:10:23.907"/>
    <p1510:client id="{A939A46F-A32F-4341-88EA-5E1CD9BECE80}" v="151" dt="2026-04-28T21:08:18.544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7016" autoAdjust="0"/>
    <p:restoredTop sz="94245" autoAdjust="0"/>
  </p:normalViewPr>
  <p:slideViewPr>
    <p:cSldViewPr snapToGrid="0">
      <p:cViewPr varScale="1">
        <p:scale>
          <a:sx n="150" d="100"/>
          <a:sy n="150" d="100"/>
        </p:scale>
        <p:origin x="2832" y="11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sorterViewPr>
    <p:cViewPr varScale="1">
      <p:scale>
        <a:sx n="1" d="1"/>
        <a:sy n="1" d="1"/>
      </p:scale>
      <p:origin x="0" y="0"/>
    </p:cViewPr>
  </p:sorter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17" Type="http://schemas.microsoft.com/office/2015/10/relationships/revisionInfo" Target="revisionInfo.xml"/><Relationship Id="rId2" Type="http://schemas.openxmlformats.org/officeDocument/2006/relationships/slide" Target="slides/slide1.xml"/><Relationship Id="rId16" Type="http://schemas.microsoft.com/office/2016/11/relationships/changesInfo" Target="changesInfos/changesInfo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Lindeman, Mark A (US 365H)" userId="3688c61a-c847-421f-97e7-31f196fb4491" providerId="ADAL" clId="{216A9E4E-1227-49C0-8A78-42279DBF0FD8}"/>
    <pc:docChg chg="undo redo custSel addSld delSld modSld sldOrd">
      <pc:chgData name="Lindeman, Mark A (US 365H)" userId="3688c61a-c847-421f-97e7-31f196fb4491" providerId="ADAL" clId="{216A9E4E-1227-49C0-8A78-42279DBF0FD8}" dt="2026-04-28T21:09:53.459" v="10707" actId="20577"/>
      <pc:docMkLst>
        <pc:docMk/>
      </pc:docMkLst>
      <pc:sldChg chg="modSp mod">
        <pc:chgData name="Lindeman, Mark A (US 365H)" userId="3688c61a-c847-421f-97e7-31f196fb4491" providerId="ADAL" clId="{216A9E4E-1227-49C0-8A78-42279DBF0FD8}" dt="2026-04-27T23:08:32.839" v="9109" actId="20577"/>
        <pc:sldMkLst>
          <pc:docMk/>
          <pc:sldMk cId="756162053" sldId="259"/>
        </pc:sldMkLst>
        <pc:spChg chg="mod">
          <ac:chgData name="Lindeman, Mark A (US 365H)" userId="3688c61a-c847-421f-97e7-31f196fb4491" providerId="ADAL" clId="{216A9E4E-1227-49C0-8A78-42279DBF0FD8}" dt="2026-04-27T23:08:32.839" v="9109" actId="20577"/>
          <ac:spMkLst>
            <pc:docMk/>
            <pc:sldMk cId="756162053" sldId="259"/>
            <ac:spMk id="11" creationId="{E1DF6C20-8F6A-49A4-AA13-014FA0A5FBBF}"/>
          </ac:spMkLst>
        </pc:spChg>
      </pc:sldChg>
      <pc:sldChg chg="add del">
        <pc:chgData name="Lindeman, Mark A (US 365H)" userId="3688c61a-c847-421f-97e7-31f196fb4491" providerId="ADAL" clId="{216A9E4E-1227-49C0-8A78-42279DBF0FD8}" dt="2026-04-27T23:09:39.787" v="9135" actId="47"/>
        <pc:sldMkLst>
          <pc:docMk/>
          <pc:sldMk cId="1643037180" sldId="365"/>
        </pc:sldMkLst>
      </pc:sldChg>
      <pc:sldChg chg="addSp delSp modSp add del mod setBg delDesignElem">
        <pc:chgData name="Lindeman, Mark A (US 365H)" userId="3688c61a-c847-421f-97e7-31f196fb4491" providerId="ADAL" clId="{216A9E4E-1227-49C0-8A78-42279DBF0FD8}" dt="2026-04-27T18:31:15.093" v="5776" actId="47"/>
        <pc:sldMkLst>
          <pc:docMk/>
          <pc:sldMk cId="3935834817" sldId="365"/>
        </pc:sldMkLst>
      </pc:sldChg>
      <pc:sldChg chg="addSp delSp modSp new del mod ord">
        <pc:chgData name="Lindeman, Mark A (US 365H)" userId="3688c61a-c847-421f-97e7-31f196fb4491" providerId="ADAL" clId="{216A9E4E-1227-49C0-8A78-42279DBF0FD8}" dt="2026-04-27T23:09:39.787" v="9135" actId="47"/>
        <pc:sldMkLst>
          <pc:docMk/>
          <pc:sldMk cId="3041710534" sldId="366"/>
        </pc:sldMkLst>
        <pc:spChg chg="mod">
          <ac:chgData name="Lindeman, Mark A (US 365H)" userId="3688c61a-c847-421f-97e7-31f196fb4491" providerId="ADAL" clId="{216A9E4E-1227-49C0-8A78-42279DBF0FD8}" dt="2026-04-27T19:45:42.792" v="9044"/>
          <ac:spMkLst>
            <pc:docMk/>
            <pc:sldMk cId="3041710534" sldId="366"/>
            <ac:spMk id="3" creationId="{76AD27AE-5633-ACF6-8A80-8BC3BD3F157F}"/>
          </ac:spMkLst>
        </pc:spChg>
        <pc:spChg chg="add mod">
          <ac:chgData name="Lindeman, Mark A (US 365H)" userId="3688c61a-c847-421f-97e7-31f196fb4491" providerId="ADAL" clId="{216A9E4E-1227-49C0-8A78-42279DBF0FD8}" dt="2026-04-27T19:39:02.838" v="8495" actId="20577"/>
          <ac:spMkLst>
            <pc:docMk/>
            <pc:sldMk cId="3041710534" sldId="366"/>
            <ac:spMk id="11" creationId="{5C4CF3A3-FDC8-24B6-915F-AEDEC5325C22}"/>
          </ac:spMkLst>
        </pc:spChg>
      </pc:sldChg>
      <pc:sldChg chg="delSp modSp add del mod setBg delDesignElem">
        <pc:chgData name="Lindeman, Mark A (US 365H)" userId="3688c61a-c847-421f-97e7-31f196fb4491" providerId="ADAL" clId="{216A9E4E-1227-49C0-8A78-42279DBF0FD8}" dt="2026-04-27T18:26:57.657" v="5768" actId="47"/>
        <pc:sldMkLst>
          <pc:docMk/>
          <pc:sldMk cId="893347447" sldId="367"/>
        </pc:sldMkLst>
      </pc:sldChg>
      <pc:sldChg chg="add del">
        <pc:chgData name="Lindeman, Mark A (US 365H)" userId="3688c61a-c847-421f-97e7-31f196fb4491" providerId="ADAL" clId="{216A9E4E-1227-49C0-8A78-42279DBF0FD8}" dt="2026-04-27T18:31:15.093" v="5776" actId="47"/>
        <pc:sldMkLst>
          <pc:docMk/>
          <pc:sldMk cId="1643037180" sldId="368"/>
        </pc:sldMkLst>
      </pc:sldChg>
      <pc:sldChg chg="add del">
        <pc:chgData name="Lindeman, Mark A (US 365H)" userId="3688c61a-c847-421f-97e7-31f196fb4491" providerId="ADAL" clId="{216A9E4E-1227-49C0-8A78-42279DBF0FD8}" dt="2026-04-27T18:31:15.093" v="5776" actId="47"/>
        <pc:sldMkLst>
          <pc:docMk/>
          <pc:sldMk cId="1261242361" sldId="369"/>
        </pc:sldMkLst>
      </pc:sldChg>
      <pc:sldChg chg="addSp delSp modSp new del mod ord">
        <pc:chgData name="Lindeman, Mark A (US 365H)" userId="3688c61a-c847-421f-97e7-31f196fb4491" providerId="ADAL" clId="{216A9E4E-1227-49C0-8A78-42279DBF0FD8}" dt="2026-04-27T23:08:40.091" v="9110" actId="47"/>
        <pc:sldMkLst>
          <pc:docMk/>
          <pc:sldMk cId="3318757103" sldId="370"/>
        </pc:sldMkLst>
        <pc:spChg chg="mod">
          <ac:chgData name="Lindeman, Mark A (US 365H)" userId="3688c61a-c847-421f-97e7-31f196fb4491" providerId="ADAL" clId="{216A9E4E-1227-49C0-8A78-42279DBF0FD8}" dt="2026-04-27T19:34:21.970" v="8377" actId="20577"/>
          <ac:spMkLst>
            <pc:docMk/>
            <pc:sldMk cId="3318757103" sldId="370"/>
            <ac:spMk id="3" creationId="{43309F07-D37C-F49F-4560-17A3BFDA4098}"/>
          </ac:spMkLst>
        </pc:spChg>
        <pc:graphicFrameChg chg="add mod">
          <ac:chgData name="Lindeman, Mark A (US 365H)" userId="3688c61a-c847-421f-97e7-31f196fb4491" providerId="ADAL" clId="{216A9E4E-1227-49C0-8A78-42279DBF0FD8}" dt="2026-04-27T18:53:15.843" v="5843"/>
          <ac:graphicFrameMkLst>
            <pc:docMk/>
            <pc:sldMk cId="3318757103" sldId="370"/>
            <ac:graphicFrameMk id="5" creationId="{74146525-0E61-9C60-4349-B02D78117A00}"/>
          </ac:graphicFrameMkLst>
        </pc:graphicFrameChg>
        <pc:graphicFrameChg chg="add mod">
          <ac:chgData name="Lindeman, Mark A (US 365H)" userId="3688c61a-c847-421f-97e7-31f196fb4491" providerId="ADAL" clId="{216A9E4E-1227-49C0-8A78-42279DBF0FD8}" dt="2026-04-27T19:07:00.834" v="6309"/>
          <ac:graphicFrameMkLst>
            <pc:docMk/>
            <pc:sldMk cId="3318757103" sldId="370"/>
            <ac:graphicFrameMk id="5" creationId="{81B3DA56-274F-796F-8452-917E813ED75A}"/>
          </ac:graphicFrameMkLst>
        </pc:graphicFrameChg>
        <pc:graphicFrameChg chg="add del mod">
          <ac:chgData name="Lindeman, Mark A (US 365H)" userId="3688c61a-c847-421f-97e7-31f196fb4491" providerId="ADAL" clId="{216A9E4E-1227-49C0-8A78-42279DBF0FD8}" dt="2026-04-27T18:55:53.524" v="5859" actId="478"/>
          <ac:graphicFrameMkLst>
            <pc:docMk/>
            <pc:sldMk cId="3318757103" sldId="370"/>
            <ac:graphicFrameMk id="6" creationId="{3B549F20-65C1-D918-5700-7CEF630578D4}"/>
          </ac:graphicFrameMkLst>
        </pc:graphicFrameChg>
        <pc:graphicFrameChg chg="add mod">
          <ac:chgData name="Lindeman, Mark A (US 365H)" userId="3688c61a-c847-421f-97e7-31f196fb4491" providerId="ADAL" clId="{216A9E4E-1227-49C0-8A78-42279DBF0FD8}" dt="2026-04-27T19:45:39.348" v="9043"/>
          <ac:graphicFrameMkLst>
            <pc:docMk/>
            <pc:sldMk cId="3318757103" sldId="370"/>
            <ac:graphicFrameMk id="6" creationId="{EF5165CA-71CC-F1BA-8751-B53F063F8B2B}"/>
          </ac:graphicFrameMkLst>
        </pc:graphicFrameChg>
        <pc:graphicFrameChg chg="add mod">
          <ac:chgData name="Lindeman, Mark A (US 365H)" userId="3688c61a-c847-421f-97e7-31f196fb4491" providerId="ADAL" clId="{216A9E4E-1227-49C0-8A78-42279DBF0FD8}" dt="2026-04-27T18:55:54.716" v="5860"/>
          <ac:graphicFrameMkLst>
            <pc:docMk/>
            <pc:sldMk cId="3318757103" sldId="370"/>
            <ac:graphicFrameMk id="9" creationId="{12BE8174-BCEA-82C4-FAB7-4F558909AD03}"/>
          </ac:graphicFrameMkLst>
        </pc:graphicFrameChg>
        <pc:graphicFrameChg chg="add del mod modGraphic">
          <ac:chgData name="Lindeman, Mark A (US 365H)" userId="3688c61a-c847-421f-97e7-31f196fb4491" providerId="ADAL" clId="{216A9E4E-1227-49C0-8A78-42279DBF0FD8}" dt="2026-04-27T18:53:14.258" v="5842" actId="478"/>
          <ac:graphicFrameMkLst>
            <pc:docMk/>
            <pc:sldMk cId="3318757103" sldId="370"/>
            <ac:graphicFrameMk id="11" creationId="{E3EF1B2F-5FAB-1D69-095C-20DC6B08A4EA}"/>
          </ac:graphicFrameMkLst>
        </pc:graphicFrameChg>
        <pc:graphicFrameChg chg="add del mod modGraphic">
          <ac:chgData name="Lindeman, Mark A (US 365H)" userId="3688c61a-c847-421f-97e7-31f196fb4491" providerId="ADAL" clId="{216A9E4E-1227-49C0-8A78-42279DBF0FD8}" dt="2026-04-27T19:06:59.334" v="6308" actId="478"/>
          <ac:graphicFrameMkLst>
            <pc:docMk/>
            <pc:sldMk cId="3318757103" sldId="370"/>
            <ac:graphicFrameMk id="12" creationId="{3D4FCFA7-9673-E86A-81F8-308B9D27F016}"/>
          </ac:graphicFrameMkLst>
        </pc:graphicFrameChg>
      </pc:sldChg>
      <pc:sldChg chg="addSp delSp modSp new del mod ord">
        <pc:chgData name="Lindeman, Mark A (US 365H)" userId="3688c61a-c847-421f-97e7-31f196fb4491" providerId="ADAL" clId="{216A9E4E-1227-49C0-8A78-42279DBF0FD8}" dt="2026-04-27T21:10:28.391" v="9062" actId="47"/>
        <pc:sldMkLst>
          <pc:docMk/>
          <pc:sldMk cId="3805968993" sldId="371"/>
        </pc:sldMkLst>
        <pc:spChg chg="add del mod">
          <ac:chgData name="Lindeman, Mark A (US 365H)" userId="3688c61a-c847-421f-97e7-31f196fb4491" providerId="ADAL" clId="{216A9E4E-1227-49C0-8A78-42279DBF0FD8}" dt="2026-04-27T19:47:55.033" v="9057" actId="207"/>
          <ac:spMkLst>
            <pc:docMk/>
            <pc:sldMk cId="3805968993" sldId="371"/>
            <ac:spMk id="3" creationId="{9916656E-53E3-AC8C-C220-5E145ECFE965}"/>
          </ac:spMkLst>
        </pc:spChg>
      </pc:sldChg>
      <pc:sldChg chg="addSp delSp modSp add del mod ord">
        <pc:chgData name="Lindeman, Mark A (US 365H)" userId="3688c61a-c847-421f-97e7-31f196fb4491" providerId="ADAL" clId="{216A9E4E-1227-49C0-8A78-42279DBF0FD8}" dt="2026-04-27T23:09:39.787" v="9135" actId="47"/>
        <pc:sldMkLst>
          <pc:docMk/>
          <pc:sldMk cId="2273909906" sldId="372"/>
        </pc:sldMkLst>
      </pc:sldChg>
      <pc:sldChg chg="addSp delSp modSp add del mod ord">
        <pc:chgData name="Lindeman, Mark A (US 365H)" userId="3688c61a-c847-421f-97e7-31f196fb4491" providerId="ADAL" clId="{216A9E4E-1227-49C0-8A78-42279DBF0FD8}" dt="2026-04-27T18:31:54.942" v="5777" actId="47"/>
        <pc:sldMkLst>
          <pc:docMk/>
          <pc:sldMk cId="3204226539" sldId="373"/>
        </pc:sldMkLst>
      </pc:sldChg>
      <pc:sldChg chg="addSp delSp modSp add del mod ord">
        <pc:chgData name="Lindeman, Mark A (US 365H)" userId="3688c61a-c847-421f-97e7-31f196fb4491" providerId="ADAL" clId="{216A9E4E-1227-49C0-8A78-42279DBF0FD8}" dt="2026-04-27T18:31:54.942" v="5777" actId="47"/>
        <pc:sldMkLst>
          <pc:docMk/>
          <pc:sldMk cId="2958074761" sldId="374"/>
        </pc:sldMkLst>
      </pc:sldChg>
      <pc:sldChg chg="addSp delSp modSp new del mod">
        <pc:chgData name="Lindeman, Mark A (US 365H)" userId="3688c61a-c847-421f-97e7-31f196fb4491" providerId="ADAL" clId="{216A9E4E-1227-49C0-8A78-42279DBF0FD8}" dt="2026-04-27T23:09:39.787" v="9135" actId="47"/>
        <pc:sldMkLst>
          <pc:docMk/>
          <pc:sldMk cId="4241794129" sldId="375"/>
        </pc:sldMkLst>
      </pc:sldChg>
      <pc:sldChg chg="addSp delSp modSp add del mod ord">
        <pc:chgData name="Lindeman, Mark A (US 365H)" userId="3688c61a-c847-421f-97e7-31f196fb4491" providerId="ADAL" clId="{216A9E4E-1227-49C0-8A78-42279DBF0FD8}" dt="2026-04-27T18:31:54.942" v="5777" actId="47"/>
        <pc:sldMkLst>
          <pc:docMk/>
          <pc:sldMk cId="478042348" sldId="376"/>
        </pc:sldMkLst>
      </pc:sldChg>
      <pc:sldChg chg="addSp delSp modSp add del mod ord">
        <pc:chgData name="Lindeman, Mark A (US 365H)" userId="3688c61a-c847-421f-97e7-31f196fb4491" providerId="ADAL" clId="{216A9E4E-1227-49C0-8A78-42279DBF0FD8}" dt="2026-04-27T18:31:54.942" v="5777" actId="47"/>
        <pc:sldMkLst>
          <pc:docMk/>
          <pc:sldMk cId="2987886866" sldId="377"/>
        </pc:sldMkLst>
      </pc:sldChg>
      <pc:sldChg chg="modSp add del mod">
        <pc:chgData name="Lindeman, Mark A (US 365H)" userId="3688c61a-c847-421f-97e7-31f196fb4491" providerId="ADAL" clId="{216A9E4E-1227-49C0-8A78-42279DBF0FD8}" dt="2026-04-27T23:09:39.787" v="9135" actId="47"/>
        <pc:sldMkLst>
          <pc:docMk/>
          <pc:sldMk cId="1721501651" sldId="378"/>
        </pc:sldMkLst>
      </pc:sldChg>
      <pc:sldChg chg="modSp add del">
        <pc:chgData name="Lindeman, Mark A (US 365H)" userId="3688c61a-c847-421f-97e7-31f196fb4491" providerId="ADAL" clId="{216A9E4E-1227-49C0-8A78-42279DBF0FD8}" dt="2026-04-27T23:09:39.787" v="9135" actId="47"/>
        <pc:sldMkLst>
          <pc:docMk/>
          <pc:sldMk cId="2009382319" sldId="379"/>
        </pc:sldMkLst>
      </pc:sldChg>
      <pc:sldChg chg="delSp modSp add del mod setBg delDesignElem">
        <pc:chgData name="Lindeman, Mark A (US 365H)" userId="3688c61a-c847-421f-97e7-31f196fb4491" providerId="ADAL" clId="{216A9E4E-1227-49C0-8A78-42279DBF0FD8}" dt="2026-04-27T23:09:39.787" v="9135" actId="47"/>
        <pc:sldMkLst>
          <pc:docMk/>
          <pc:sldMk cId="3968928835" sldId="380"/>
        </pc:sldMkLst>
        <pc:spChg chg="mod">
          <ac:chgData name="Lindeman, Mark A (US 365H)" userId="3688c61a-c847-421f-97e7-31f196fb4491" providerId="ADAL" clId="{216A9E4E-1227-49C0-8A78-42279DBF0FD8}" dt="2026-04-27T18:57:05.082" v="5864" actId="207"/>
          <ac:spMkLst>
            <pc:docMk/>
            <pc:sldMk cId="3968928835" sldId="380"/>
            <ac:spMk id="8" creationId="{AD0EDDCB-7EFC-2064-7A1E-53037E2FC01E}"/>
          </ac:spMkLst>
        </pc:spChg>
        <pc:spChg chg="del">
          <ac:chgData name="Lindeman, Mark A (US 365H)" userId="3688c61a-c847-421f-97e7-31f196fb4491" providerId="ADAL" clId="{216A9E4E-1227-49C0-8A78-42279DBF0FD8}" dt="2026-04-27T18:26:55.220" v="5767"/>
          <ac:spMkLst>
            <pc:docMk/>
            <pc:sldMk cId="3968928835" sldId="380"/>
            <ac:spMk id="11" creationId="{42A4FC2C-047E-45A5-965D-8E1E3BF09BC6}"/>
          </ac:spMkLst>
        </pc:spChg>
      </pc:sldChg>
      <pc:sldChg chg="add del">
        <pc:chgData name="Lindeman, Mark A (US 365H)" userId="3688c61a-c847-421f-97e7-31f196fb4491" providerId="ADAL" clId="{216A9E4E-1227-49C0-8A78-42279DBF0FD8}" dt="2026-04-27T23:09:39.787" v="9135" actId="47"/>
        <pc:sldMkLst>
          <pc:docMk/>
          <pc:sldMk cId="3213002330" sldId="381"/>
        </pc:sldMkLst>
      </pc:sldChg>
      <pc:sldChg chg="add del">
        <pc:chgData name="Lindeman, Mark A (US 365H)" userId="3688c61a-c847-421f-97e7-31f196fb4491" providerId="ADAL" clId="{216A9E4E-1227-49C0-8A78-42279DBF0FD8}" dt="2026-04-27T18:30:04.451" v="5774" actId="47"/>
        <pc:sldMkLst>
          <pc:docMk/>
          <pc:sldMk cId="2699432651" sldId="382"/>
        </pc:sldMkLst>
      </pc:sldChg>
      <pc:sldChg chg="add del">
        <pc:chgData name="Lindeman, Mark A (US 365H)" userId="3688c61a-c847-421f-97e7-31f196fb4491" providerId="ADAL" clId="{216A9E4E-1227-49C0-8A78-42279DBF0FD8}" dt="2026-04-27T18:30:04.451" v="5774" actId="47"/>
        <pc:sldMkLst>
          <pc:docMk/>
          <pc:sldMk cId="3917761355" sldId="383"/>
        </pc:sldMkLst>
      </pc:sldChg>
      <pc:sldChg chg="add del">
        <pc:chgData name="Lindeman, Mark A (US 365H)" userId="3688c61a-c847-421f-97e7-31f196fb4491" providerId="ADAL" clId="{216A9E4E-1227-49C0-8A78-42279DBF0FD8}" dt="2026-04-27T18:30:04.451" v="5774" actId="47"/>
        <pc:sldMkLst>
          <pc:docMk/>
          <pc:sldMk cId="67473312" sldId="384"/>
        </pc:sldMkLst>
      </pc:sldChg>
      <pc:sldChg chg="add del">
        <pc:chgData name="Lindeman, Mark A (US 365H)" userId="3688c61a-c847-421f-97e7-31f196fb4491" providerId="ADAL" clId="{216A9E4E-1227-49C0-8A78-42279DBF0FD8}" dt="2026-04-27T18:30:04.451" v="5774" actId="47"/>
        <pc:sldMkLst>
          <pc:docMk/>
          <pc:sldMk cId="2397694846" sldId="385"/>
        </pc:sldMkLst>
      </pc:sldChg>
      <pc:sldChg chg="add del">
        <pc:chgData name="Lindeman, Mark A (US 365H)" userId="3688c61a-c847-421f-97e7-31f196fb4491" providerId="ADAL" clId="{216A9E4E-1227-49C0-8A78-42279DBF0FD8}" dt="2026-04-27T18:30:04.451" v="5774" actId="47"/>
        <pc:sldMkLst>
          <pc:docMk/>
          <pc:sldMk cId="3700565863" sldId="386"/>
        </pc:sldMkLst>
      </pc:sldChg>
      <pc:sldChg chg="add del">
        <pc:chgData name="Lindeman, Mark A (US 365H)" userId="3688c61a-c847-421f-97e7-31f196fb4491" providerId="ADAL" clId="{216A9E4E-1227-49C0-8A78-42279DBF0FD8}" dt="2026-04-27T18:30:04.451" v="5774" actId="47"/>
        <pc:sldMkLst>
          <pc:docMk/>
          <pc:sldMk cId="621637781" sldId="387"/>
        </pc:sldMkLst>
      </pc:sldChg>
      <pc:sldChg chg="modSp add del mod">
        <pc:chgData name="Lindeman, Mark A (US 365H)" userId="3688c61a-c847-421f-97e7-31f196fb4491" providerId="ADAL" clId="{216A9E4E-1227-49C0-8A78-42279DBF0FD8}" dt="2026-04-27T23:09:39.787" v="9135" actId="47"/>
        <pc:sldMkLst>
          <pc:docMk/>
          <pc:sldMk cId="3840049347" sldId="388"/>
        </pc:sldMkLst>
        <pc:picChg chg="mod">
          <ac:chgData name="Lindeman, Mark A (US 365H)" userId="3688c61a-c847-421f-97e7-31f196fb4491" providerId="ADAL" clId="{216A9E4E-1227-49C0-8A78-42279DBF0FD8}" dt="2026-04-27T19:36:47.258" v="8468" actId="1076"/>
          <ac:picMkLst>
            <pc:docMk/>
            <pc:sldMk cId="3840049347" sldId="388"/>
            <ac:picMk id="8" creationId="{630EFB0A-26A6-EA15-3D00-6C9C3B14A375}"/>
          </ac:picMkLst>
        </pc:picChg>
        <pc:picChg chg="mod">
          <ac:chgData name="Lindeman, Mark A (US 365H)" userId="3688c61a-c847-421f-97e7-31f196fb4491" providerId="ADAL" clId="{216A9E4E-1227-49C0-8A78-42279DBF0FD8}" dt="2026-04-27T19:36:58.758" v="8470" actId="14100"/>
          <ac:picMkLst>
            <pc:docMk/>
            <pc:sldMk cId="3840049347" sldId="388"/>
            <ac:picMk id="12" creationId="{2FEA4DC1-9BF4-B13F-4397-9948D9E61F2D}"/>
          </ac:picMkLst>
        </pc:picChg>
      </pc:sldChg>
      <pc:sldChg chg="modSp add del mod">
        <pc:chgData name="Lindeman, Mark A (US 365H)" userId="3688c61a-c847-421f-97e7-31f196fb4491" providerId="ADAL" clId="{216A9E4E-1227-49C0-8A78-42279DBF0FD8}" dt="2026-04-27T23:09:39.787" v="9135" actId="47"/>
        <pc:sldMkLst>
          <pc:docMk/>
          <pc:sldMk cId="1168133896" sldId="389"/>
        </pc:sldMkLst>
        <pc:spChg chg="mod">
          <ac:chgData name="Lindeman, Mark A (US 365H)" userId="3688c61a-c847-421f-97e7-31f196fb4491" providerId="ADAL" clId="{216A9E4E-1227-49C0-8A78-42279DBF0FD8}" dt="2026-04-27T19:46:00.654" v="9046" actId="20577"/>
          <ac:spMkLst>
            <pc:docMk/>
            <pc:sldMk cId="1168133896" sldId="389"/>
            <ac:spMk id="2" creationId="{71FC0963-8775-857F-CBE2-5D63BA677D35}"/>
          </ac:spMkLst>
        </pc:spChg>
        <pc:spChg chg="mod">
          <ac:chgData name="Lindeman, Mark A (US 365H)" userId="3688c61a-c847-421f-97e7-31f196fb4491" providerId="ADAL" clId="{216A9E4E-1227-49C0-8A78-42279DBF0FD8}" dt="2026-04-27T19:47:04.247" v="9055" actId="313"/>
          <ac:spMkLst>
            <pc:docMk/>
            <pc:sldMk cId="1168133896" sldId="389"/>
            <ac:spMk id="7" creationId="{6626B2A0-0E2B-82B9-B0AF-D0671B7ADAA0}"/>
          </ac:spMkLst>
        </pc:spChg>
      </pc:sldChg>
      <pc:sldChg chg="modSp add del mod">
        <pc:chgData name="Lindeman, Mark A (US 365H)" userId="3688c61a-c847-421f-97e7-31f196fb4491" providerId="ADAL" clId="{216A9E4E-1227-49C0-8A78-42279DBF0FD8}" dt="2026-04-27T23:09:39.787" v="9135" actId="47"/>
        <pc:sldMkLst>
          <pc:docMk/>
          <pc:sldMk cId="3484423495" sldId="390"/>
        </pc:sldMkLst>
        <pc:spChg chg="mod">
          <ac:chgData name="Lindeman, Mark A (US 365H)" userId="3688c61a-c847-421f-97e7-31f196fb4491" providerId="ADAL" clId="{216A9E4E-1227-49C0-8A78-42279DBF0FD8}" dt="2026-04-27T18:34:38.293" v="5838" actId="20577"/>
          <ac:spMkLst>
            <pc:docMk/>
            <pc:sldMk cId="3484423495" sldId="390"/>
            <ac:spMk id="9" creationId="{78792C56-EA61-DBBD-5DCD-EAA1D1773EF5}"/>
          </ac:spMkLst>
        </pc:spChg>
      </pc:sldChg>
      <pc:sldChg chg="modSp add del mod">
        <pc:chgData name="Lindeman, Mark A (US 365H)" userId="3688c61a-c847-421f-97e7-31f196fb4491" providerId="ADAL" clId="{216A9E4E-1227-49C0-8A78-42279DBF0FD8}" dt="2026-04-27T23:09:39.787" v="9135" actId="47"/>
        <pc:sldMkLst>
          <pc:docMk/>
          <pc:sldMk cId="3232875123" sldId="391"/>
        </pc:sldMkLst>
        <pc:spChg chg="mod">
          <ac:chgData name="Lindeman, Mark A (US 365H)" userId="3688c61a-c847-421f-97e7-31f196fb4491" providerId="ADAL" clId="{216A9E4E-1227-49C0-8A78-42279DBF0FD8}" dt="2026-04-27T18:34:27.376" v="5824" actId="20577"/>
          <ac:spMkLst>
            <pc:docMk/>
            <pc:sldMk cId="3232875123" sldId="391"/>
            <ac:spMk id="9" creationId="{FBB595F0-65C9-2178-4B9D-EDAC37368985}"/>
          </ac:spMkLst>
        </pc:spChg>
      </pc:sldChg>
      <pc:sldChg chg="add del">
        <pc:chgData name="Lindeman, Mark A (US 365H)" userId="3688c61a-c847-421f-97e7-31f196fb4491" providerId="ADAL" clId="{216A9E4E-1227-49C0-8A78-42279DBF0FD8}" dt="2026-04-27T23:09:39.787" v="9135" actId="47"/>
        <pc:sldMkLst>
          <pc:docMk/>
          <pc:sldMk cId="374509114" sldId="392"/>
        </pc:sldMkLst>
      </pc:sldChg>
      <pc:sldChg chg="addSp modSp new del mod">
        <pc:chgData name="Lindeman, Mark A (US 365H)" userId="3688c61a-c847-421f-97e7-31f196fb4491" providerId="ADAL" clId="{216A9E4E-1227-49C0-8A78-42279DBF0FD8}" dt="2026-04-27T23:09:39.787" v="9135" actId="47"/>
        <pc:sldMkLst>
          <pc:docMk/>
          <pc:sldMk cId="1401815198" sldId="393"/>
        </pc:sldMkLst>
        <pc:spChg chg="mod">
          <ac:chgData name="Lindeman, Mark A (US 365H)" userId="3688c61a-c847-421f-97e7-31f196fb4491" providerId="ADAL" clId="{216A9E4E-1227-49C0-8A78-42279DBF0FD8}" dt="2026-04-27T19:32:43.358" v="8315" actId="20577"/>
          <ac:spMkLst>
            <pc:docMk/>
            <pc:sldMk cId="1401815198" sldId="393"/>
            <ac:spMk id="2" creationId="{09537EE8-2D0D-F0E1-AD7E-8BC726EB7279}"/>
          </ac:spMkLst>
        </pc:spChg>
        <pc:spChg chg="mod">
          <ac:chgData name="Lindeman, Mark A (US 365H)" userId="3688c61a-c847-421f-97e7-31f196fb4491" providerId="ADAL" clId="{216A9E4E-1227-49C0-8A78-42279DBF0FD8}" dt="2026-04-27T19:45:48.574" v="9045"/>
          <ac:spMkLst>
            <pc:docMk/>
            <pc:sldMk cId="1401815198" sldId="393"/>
            <ac:spMk id="3" creationId="{FABCFB91-61BD-1371-7B96-E955D325C132}"/>
          </ac:spMkLst>
        </pc:spChg>
        <pc:picChg chg="add mod">
          <ac:chgData name="Lindeman, Mark A (US 365H)" userId="3688c61a-c847-421f-97e7-31f196fb4491" providerId="ADAL" clId="{216A9E4E-1227-49C0-8A78-42279DBF0FD8}" dt="2026-04-27T19:22:37.781" v="7341" actId="1076"/>
          <ac:picMkLst>
            <pc:docMk/>
            <pc:sldMk cId="1401815198" sldId="393"/>
            <ac:picMk id="6" creationId="{3249B663-E137-D419-ED52-372E704DBE83}"/>
          </ac:picMkLst>
        </pc:picChg>
      </pc:sldChg>
      <pc:sldChg chg="modSp add mod">
        <pc:chgData name="Lindeman, Mark A (US 365H)" userId="3688c61a-c847-421f-97e7-31f196fb4491" providerId="ADAL" clId="{216A9E4E-1227-49C0-8A78-42279DBF0FD8}" dt="2026-04-27T19:38:43.656" v="8493" actId="20577"/>
        <pc:sldMkLst>
          <pc:docMk/>
          <pc:sldMk cId="4117597563" sldId="394"/>
        </pc:sldMkLst>
        <pc:spChg chg="mod">
          <ac:chgData name="Lindeman, Mark A (US 365H)" userId="3688c61a-c847-421f-97e7-31f196fb4491" providerId="ADAL" clId="{216A9E4E-1227-49C0-8A78-42279DBF0FD8}" dt="2026-04-27T19:38:43.656" v="8493" actId="20577"/>
          <ac:spMkLst>
            <pc:docMk/>
            <pc:sldMk cId="4117597563" sldId="394"/>
            <ac:spMk id="9" creationId="{888363DF-3F7E-9D4B-5818-2E2A4E840401}"/>
          </ac:spMkLst>
        </pc:spChg>
      </pc:sldChg>
      <pc:sldChg chg="addSp delSp modSp new mod">
        <pc:chgData name="Lindeman, Mark A (US 365H)" userId="3688c61a-c847-421f-97e7-31f196fb4491" providerId="ADAL" clId="{216A9E4E-1227-49C0-8A78-42279DBF0FD8}" dt="2026-04-28T21:08:12.370" v="10472" actId="20577"/>
        <pc:sldMkLst>
          <pc:docMk/>
          <pc:sldMk cId="182792900" sldId="395"/>
        </pc:sldMkLst>
        <pc:spChg chg="mod">
          <ac:chgData name="Lindeman, Mark A (US 365H)" userId="3688c61a-c847-421f-97e7-31f196fb4491" providerId="ADAL" clId="{216A9E4E-1227-49C0-8A78-42279DBF0FD8}" dt="2026-04-27T23:11:51.358" v="9360" actId="20577"/>
          <ac:spMkLst>
            <pc:docMk/>
            <pc:sldMk cId="182792900" sldId="395"/>
            <ac:spMk id="2" creationId="{3FAF3AA6-91BE-527F-5CF7-4BB500CB62DC}"/>
          </ac:spMkLst>
        </pc:spChg>
        <pc:spChg chg="mod">
          <ac:chgData name="Lindeman, Mark A (US 365H)" userId="3688c61a-c847-421f-97e7-31f196fb4491" providerId="ADAL" clId="{216A9E4E-1227-49C0-8A78-42279DBF0FD8}" dt="2026-04-28T21:08:12.370" v="10472" actId="20577"/>
          <ac:spMkLst>
            <pc:docMk/>
            <pc:sldMk cId="182792900" sldId="395"/>
            <ac:spMk id="3" creationId="{DBA3AB8E-0EAA-DEE3-A49A-69F118D55F8A}"/>
          </ac:spMkLst>
        </pc:spChg>
        <pc:picChg chg="add del mod">
          <ac:chgData name="Lindeman, Mark A (US 365H)" userId="3688c61a-c847-421f-97e7-31f196fb4491" providerId="ADAL" clId="{216A9E4E-1227-49C0-8A78-42279DBF0FD8}" dt="2026-04-28T21:07:13.756" v="10372" actId="478"/>
          <ac:picMkLst>
            <pc:docMk/>
            <pc:sldMk cId="182792900" sldId="395"/>
            <ac:picMk id="6" creationId="{C7F92F92-D5E5-F3EF-34A4-FF1A2880B5B4}"/>
          </ac:picMkLst>
        </pc:picChg>
        <pc:picChg chg="add mod">
          <ac:chgData name="Lindeman, Mark A (US 365H)" userId="3688c61a-c847-421f-97e7-31f196fb4491" providerId="ADAL" clId="{216A9E4E-1227-49C0-8A78-42279DBF0FD8}" dt="2026-04-28T21:07:20.705" v="10374" actId="208"/>
          <ac:picMkLst>
            <pc:docMk/>
            <pc:sldMk cId="182792900" sldId="395"/>
            <ac:picMk id="7" creationId="{8241AA3B-9AD1-F29C-9DF0-A008CBF8C7D5}"/>
          </ac:picMkLst>
        </pc:picChg>
      </pc:sldChg>
      <pc:sldChg chg="modSp new del mod">
        <pc:chgData name="Lindeman, Mark A (US 365H)" userId="3688c61a-c847-421f-97e7-31f196fb4491" providerId="ADAL" clId="{216A9E4E-1227-49C0-8A78-42279DBF0FD8}" dt="2026-04-27T23:06:46.198" v="9094" actId="47"/>
        <pc:sldMkLst>
          <pc:docMk/>
          <pc:sldMk cId="1195490160" sldId="395"/>
        </pc:sldMkLst>
        <pc:spChg chg="mod">
          <ac:chgData name="Lindeman, Mark A (US 365H)" userId="3688c61a-c847-421f-97e7-31f196fb4491" providerId="ADAL" clId="{216A9E4E-1227-49C0-8A78-42279DBF0FD8}" dt="2026-04-27T23:06:35.810" v="9093" actId="20577"/>
          <ac:spMkLst>
            <pc:docMk/>
            <pc:sldMk cId="1195490160" sldId="395"/>
            <ac:spMk id="2" creationId="{0D0FC096-59D1-BB5F-71FC-7FA058DA61F8}"/>
          </ac:spMkLst>
        </pc:spChg>
      </pc:sldChg>
      <pc:sldChg chg="addSp delSp modSp new del mod">
        <pc:chgData name="Lindeman, Mark A (US 365H)" userId="3688c61a-c847-421f-97e7-31f196fb4491" providerId="ADAL" clId="{216A9E4E-1227-49C0-8A78-42279DBF0FD8}" dt="2026-04-27T23:09:39.787" v="9135" actId="47"/>
        <pc:sldMkLst>
          <pc:docMk/>
          <pc:sldMk cId="2651316563" sldId="395"/>
        </pc:sldMkLst>
        <pc:spChg chg="mod">
          <ac:chgData name="Lindeman, Mark A (US 365H)" userId="3688c61a-c847-421f-97e7-31f196fb4491" providerId="ADAL" clId="{216A9E4E-1227-49C0-8A78-42279DBF0FD8}" dt="2026-04-27T23:09:16.066" v="9131" actId="20577"/>
          <ac:spMkLst>
            <pc:docMk/>
            <pc:sldMk cId="2651316563" sldId="395"/>
            <ac:spMk id="2" creationId="{9A90C1BC-2836-9157-3E95-29E98B20C190}"/>
          </ac:spMkLst>
        </pc:spChg>
        <pc:spChg chg="del">
          <ac:chgData name="Lindeman, Mark A (US 365H)" userId="3688c61a-c847-421f-97e7-31f196fb4491" providerId="ADAL" clId="{216A9E4E-1227-49C0-8A78-42279DBF0FD8}" dt="2026-04-27T23:09:19.924" v="9132"/>
          <ac:spMkLst>
            <pc:docMk/>
            <pc:sldMk cId="2651316563" sldId="395"/>
            <ac:spMk id="3" creationId="{EF226832-D6D3-33ED-5EF3-27786029EEC8}"/>
          </ac:spMkLst>
        </pc:spChg>
        <pc:graphicFrameChg chg="add mod">
          <ac:chgData name="Lindeman, Mark A (US 365H)" userId="3688c61a-c847-421f-97e7-31f196fb4491" providerId="ADAL" clId="{216A9E4E-1227-49C0-8A78-42279DBF0FD8}" dt="2026-04-27T23:09:19.924" v="9132"/>
          <ac:graphicFrameMkLst>
            <pc:docMk/>
            <pc:sldMk cId="2651316563" sldId="395"/>
            <ac:graphicFrameMk id="5" creationId="{B4BD4ADA-F1FC-1615-DF68-620673DC9D81}"/>
          </ac:graphicFrameMkLst>
        </pc:graphicFrameChg>
        <pc:graphicFrameChg chg="add mod">
          <ac:chgData name="Lindeman, Mark A (US 365H)" userId="3688c61a-c847-421f-97e7-31f196fb4491" providerId="ADAL" clId="{216A9E4E-1227-49C0-8A78-42279DBF0FD8}" dt="2026-04-27T23:09:22.183" v="9134"/>
          <ac:graphicFrameMkLst>
            <pc:docMk/>
            <pc:sldMk cId="2651316563" sldId="395"/>
            <ac:graphicFrameMk id="6" creationId="{BD9F36AE-56DE-D379-DB9E-D227C2BFCDC7}"/>
          </ac:graphicFrameMkLst>
        </pc:graphicFrameChg>
      </pc:sldChg>
      <pc:sldChg chg="addSp delSp add del setBg delDesignElem">
        <pc:chgData name="Lindeman, Mark A (US 365H)" userId="3688c61a-c847-421f-97e7-31f196fb4491" providerId="ADAL" clId="{216A9E4E-1227-49C0-8A78-42279DBF0FD8}" dt="2026-04-27T21:09:39.004" v="9060"/>
        <pc:sldMkLst>
          <pc:docMk/>
          <pc:sldMk cId="3935834817" sldId="395"/>
        </pc:sldMkLst>
        <pc:spChg chg="add del">
          <ac:chgData name="Lindeman, Mark A (US 365H)" userId="3688c61a-c847-421f-97e7-31f196fb4491" providerId="ADAL" clId="{216A9E4E-1227-49C0-8A78-42279DBF0FD8}" dt="2026-04-27T21:09:39.004" v="9060"/>
          <ac:spMkLst>
            <pc:docMk/>
            <pc:sldMk cId="3935834817" sldId="395"/>
            <ac:spMk id="11" creationId="{42A4FC2C-047E-45A5-965D-8E1E3BF09BC6}"/>
          </ac:spMkLst>
        </pc:spChg>
      </pc:sldChg>
      <pc:sldChg chg="addSp delSp modSp new mod">
        <pc:chgData name="Lindeman, Mark A (US 365H)" userId="3688c61a-c847-421f-97e7-31f196fb4491" providerId="ADAL" clId="{216A9E4E-1227-49C0-8A78-42279DBF0FD8}" dt="2026-04-27T23:19:38.799" v="9435" actId="20577"/>
        <pc:sldMkLst>
          <pc:docMk/>
          <pc:sldMk cId="3604739214" sldId="396"/>
        </pc:sldMkLst>
        <pc:spChg chg="mod">
          <ac:chgData name="Lindeman, Mark A (US 365H)" userId="3688c61a-c847-421f-97e7-31f196fb4491" providerId="ADAL" clId="{216A9E4E-1227-49C0-8A78-42279DBF0FD8}" dt="2026-04-27T23:12:03.654" v="9380" actId="20577"/>
          <ac:spMkLst>
            <pc:docMk/>
            <pc:sldMk cId="3604739214" sldId="396"/>
            <ac:spMk id="2" creationId="{BCDD3B35-5C09-C845-FE07-6C93D82D8E09}"/>
          </ac:spMkLst>
        </pc:spChg>
        <pc:spChg chg="mod">
          <ac:chgData name="Lindeman, Mark A (US 365H)" userId="3688c61a-c847-421f-97e7-31f196fb4491" providerId="ADAL" clId="{216A9E4E-1227-49C0-8A78-42279DBF0FD8}" dt="2026-04-27T23:19:38.799" v="9435" actId="20577"/>
          <ac:spMkLst>
            <pc:docMk/>
            <pc:sldMk cId="3604739214" sldId="396"/>
            <ac:spMk id="3" creationId="{E0161D42-6F2D-9942-24D8-6C72E78242FA}"/>
          </ac:spMkLst>
        </pc:spChg>
        <pc:picChg chg="add del mod">
          <ac:chgData name="Lindeman, Mark A (US 365H)" userId="3688c61a-c847-421f-97e7-31f196fb4491" providerId="ADAL" clId="{216A9E4E-1227-49C0-8A78-42279DBF0FD8}" dt="2026-04-27T23:18:36.606" v="9411" actId="478"/>
          <ac:picMkLst>
            <pc:docMk/>
            <pc:sldMk cId="3604739214" sldId="396"/>
            <ac:picMk id="6" creationId="{E34D9BD5-4351-ED15-EC78-845A779B3087}"/>
          </ac:picMkLst>
        </pc:picChg>
        <pc:picChg chg="add">
          <ac:chgData name="Lindeman, Mark A (US 365H)" userId="3688c61a-c847-421f-97e7-31f196fb4491" providerId="ADAL" clId="{216A9E4E-1227-49C0-8A78-42279DBF0FD8}" dt="2026-04-27T23:18:37.753" v="9412" actId="22"/>
          <ac:picMkLst>
            <pc:docMk/>
            <pc:sldMk cId="3604739214" sldId="396"/>
            <ac:picMk id="8" creationId="{F4496E65-747A-3014-AC4D-BFD5FD87F628}"/>
          </ac:picMkLst>
        </pc:picChg>
      </pc:sldChg>
      <pc:sldChg chg="addSp modSp new mod setBg">
        <pc:chgData name="Lindeman, Mark A (US 365H)" userId="3688c61a-c847-421f-97e7-31f196fb4491" providerId="ADAL" clId="{216A9E4E-1227-49C0-8A78-42279DBF0FD8}" dt="2026-04-27T23:25:39.455" v="9441" actId="26606"/>
        <pc:sldMkLst>
          <pc:docMk/>
          <pc:sldMk cId="648580976" sldId="397"/>
        </pc:sldMkLst>
        <pc:spChg chg="mod">
          <ac:chgData name="Lindeman, Mark A (US 365H)" userId="3688c61a-c847-421f-97e7-31f196fb4491" providerId="ADAL" clId="{216A9E4E-1227-49C0-8A78-42279DBF0FD8}" dt="2026-04-27T23:25:39.455" v="9441" actId="26606"/>
          <ac:spMkLst>
            <pc:docMk/>
            <pc:sldMk cId="648580976" sldId="397"/>
            <ac:spMk id="2" creationId="{898E4A30-7EF1-ED67-8235-A8B320CE4714}"/>
          </ac:spMkLst>
        </pc:spChg>
        <pc:spChg chg="mod">
          <ac:chgData name="Lindeman, Mark A (US 365H)" userId="3688c61a-c847-421f-97e7-31f196fb4491" providerId="ADAL" clId="{216A9E4E-1227-49C0-8A78-42279DBF0FD8}" dt="2026-04-27T23:25:39.455" v="9441" actId="26606"/>
          <ac:spMkLst>
            <pc:docMk/>
            <pc:sldMk cId="648580976" sldId="397"/>
            <ac:spMk id="3" creationId="{0123F084-55AA-DA74-CA50-5CA2C3FDBF54}"/>
          </ac:spMkLst>
        </pc:spChg>
        <pc:spChg chg="mod ord">
          <ac:chgData name="Lindeman, Mark A (US 365H)" userId="3688c61a-c847-421f-97e7-31f196fb4491" providerId="ADAL" clId="{216A9E4E-1227-49C0-8A78-42279DBF0FD8}" dt="2026-04-27T23:25:39.455" v="9441" actId="26606"/>
          <ac:spMkLst>
            <pc:docMk/>
            <pc:sldMk cId="648580976" sldId="397"/>
            <ac:spMk id="4" creationId="{D51B5AF7-5716-4AC7-9472-9262F43AC0FA}"/>
          </ac:spMkLst>
        </pc:spChg>
        <pc:spChg chg="add">
          <ac:chgData name="Lindeman, Mark A (US 365H)" userId="3688c61a-c847-421f-97e7-31f196fb4491" providerId="ADAL" clId="{216A9E4E-1227-49C0-8A78-42279DBF0FD8}" dt="2026-04-27T23:25:39.455" v="9441" actId="26606"/>
          <ac:spMkLst>
            <pc:docMk/>
            <pc:sldMk cId="648580976" sldId="397"/>
            <ac:spMk id="11" creationId="{2B97F24A-32CE-4C1C-A50D-3016B394DCFB}"/>
          </ac:spMkLst>
        </pc:spChg>
        <pc:spChg chg="add">
          <ac:chgData name="Lindeman, Mark A (US 365H)" userId="3688c61a-c847-421f-97e7-31f196fb4491" providerId="ADAL" clId="{216A9E4E-1227-49C0-8A78-42279DBF0FD8}" dt="2026-04-27T23:25:39.455" v="9441" actId="26606"/>
          <ac:spMkLst>
            <pc:docMk/>
            <pc:sldMk cId="648580976" sldId="397"/>
            <ac:spMk id="13" creationId="{CD8B4F24-440B-49E9-B85D-733523DC064B}"/>
          </ac:spMkLst>
        </pc:spChg>
        <pc:picChg chg="add mod">
          <ac:chgData name="Lindeman, Mark A (US 365H)" userId="3688c61a-c847-421f-97e7-31f196fb4491" providerId="ADAL" clId="{216A9E4E-1227-49C0-8A78-42279DBF0FD8}" dt="2026-04-27T23:25:39.455" v="9441" actId="26606"/>
          <ac:picMkLst>
            <pc:docMk/>
            <pc:sldMk cId="648580976" sldId="397"/>
            <ac:picMk id="6" creationId="{BDF702E1-7198-FC6F-FD98-28022E559D8B}"/>
          </ac:picMkLst>
        </pc:picChg>
      </pc:sldChg>
      <pc:sldChg chg="addSp modSp new mod">
        <pc:chgData name="Lindeman, Mark A (US 365H)" userId="3688c61a-c847-421f-97e7-31f196fb4491" providerId="ADAL" clId="{216A9E4E-1227-49C0-8A78-42279DBF0FD8}" dt="2026-04-27T23:40:09.675" v="9521" actId="20577"/>
        <pc:sldMkLst>
          <pc:docMk/>
          <pc:sldMk cId="44594330" sldId="398"/>
        </pc:sldMkLst>
        <pc:spChg chg="mod">
          <ac:chgData name="Lindeman, Mark A (US 365H)" userId="3688c61a-c847-421f-97e7-31f196fb4491" providerId="ADAL" clId="{216A9E4E-1227-49C0-8A78-42279DBF0FD8}" dt="2026-04-27T23:40:09.675" v="9521" actId="20577"/>
          <ac:spMkLst>
            <pc:docMk/>
            <pc:sldMk cId="44594330" sldId="398"/>
            <ac:spMk id="3" creationId="{F5AFAEC0-5490-85D0-C2C2-2AB9320275D4}"/>
          </ac:spMkLst>
        </pc:spChg>
        <pc:picChg chg="add mod">
          <ac:chgData name="Lindeman, Mark A (US 365H)" userId="3688c61a-c847-421f-97e7-31f196fb4491" providerId="ADAL" clId="{216A9E4E-1227-49C0-8A78-42279DBF0FD8}" dt="2026-04-27T23:40:00.598" v="9520" actId="1076"/>
          <ac:picMkLst>
            <pc:docMk/>
            <pc:sldMk cId="44594330" sldId="398"/>
            <ac:picMk id="6" creationId="{38EA5083-4B3C-C039-E5A9-3F549CD67F8E}"/>
          </ac:picMkLst>
        </pc:picChg>
      </pc:sldChg>
      <pc:sldChg chg="addSp delSp modSp new add del mod">
        <pc:chgData name="Lindeman, Mark A (US 365H)" userId="3688c61a-c847-421f-97e7-31f196fb4491" providerId="ADAL" clId="{216A9E4E-1227-49C0-8A78-42279DBF0FD8}" dt="2026-04-27T23:49:45.716" v="9573" actId="20577"/>
        <pc:sldMkLst>
          <pc:docMk/>
          <pc:sldMk cId="2376900391" sldId="399"/>
        </pc:sldMkLst>
        <pc:spChg chg="mod">
          <ac:chgData name="Lindeman, Mark A (US 365H)" userId="3688c61a-c847-421f-97e7-31f196fb4491" providerId="ADAL" clId="{216A9E4E-1227-49C0-8A78-42279DBF0FD8}" dt="2026-04-27T23:49:45.716" v="9573" actId="20577"/>
          <ac:spMkLst>
            <pc:docMk/>
            <pc:sldMk cId="2376900391" sldId="399"/>
            <ac:spMk id="3" creationId="{63DCCC20-3850-0644-BEDC-9FD0C519FE88}"/>
          </ac:spMkLst>
        </pc:spChg>
        <pc:picChg chg="add del mod">
          <ac:chgData name="Lindeman, Mark A (US 365H)" userId="3688c61a-c847-421f-97e7-31f196fb4491" providerId="ADAL" clId="{216A9E4E-1227-49C0-8A78-42279DBF0FD8}" dt="2026-04-27T23:49:27.682" v="9537" actId="478"/>
          <ac:picMkLst>
            <pc:docMk/>
            <pc:sldMk cId="2376900391" sldId="399"/>
            <ac:picMk id="6" creationId="{27D7478D-F6DB-721F-AA84-0F395C18E2BE}"/>
          </ac:picMkLst>
        </pc:picChg>
      </pc:sldChg>
      <pc:sldChg chg="addSp modSp new mod">
        <pc:chgData name="Lindeman, Mark A (US 365H)" userId="3688c61a-c847-421f-97e7-31f196fb4491" providerId="ADAL" clId="{216A9E4E-1227-49C0-8A78-42279DBF0FD8}" dt="2026-04-27T23:47:52.153" v="9532" actId="22"/>
        <pc:sldMkLst>
          <pc:docMk/>
          <pc:sldMk cId="3674969437" sldId="400"/>
        </pc:sldMkLst>
        <pc:spChg chg="mod">
          <ac:chgData name="Lindeman, Mark A (US 365H)" userId="3688c61a-c847-421f-97e7-31f196fb4491" providerId="ADAL" clId="{216A9E4E-1227-49C0-8A78-42279DBF0FD8}" dt="2026-04-27T23:41:49.504" v="9525"/>
          <ac:spMkLst>
            <pc:docMk/>
            <pc:sldMk cId="3674969437" sldId="400"/>
            <ac:spMk id="3" creationId="{2E4BCC50-E32A-27F1-C608-86340E8A8306}"/>
          </ac:spMkLst>
        </pc:spChg>
        <pc:picChg chg="add">
          <ac:chgData name="Lindeman, Mark A (US 365H)" userId="3688c61a-c847-421f-97e7-31f196fb4491" providerId="ADAL" clId="{216A9E4E-1227-49C0-8A78-42279DBF0FD8}" dt="2026-04-27T23:47:52.153" v="9532" actId="22"/>
          <ac:picMkLst>
            <pc:docMk/>
            <pc:sldMk cId="3674969437" sldId="400"/>
            <ac:picMk id="6" creationId="{379B4086-38DB-A3F5-9ABA-ED4E947A0374}"/>
          </ac:picMkLst>
        </pc:picChg>
      </pc:sldChg>
      <pc:sldChg chg="addSp delSp modSp new mod ord">
        <pc:chgData name="Lindeman, Mark A (US 365H)" userId="3688c61a-c847-421f-97e7-31f196fb4491" providerId="ADAL" clId="{216A9E4E-1227-49C0-8A78-42279DBF0FD8}" dt="2026-04-28T21:09:53.459" v="10707" actId="20577"/>
        <pc:sldMkLst>
          <pc:docMk/>
          <pc:sldMk cId="3735127974" sldId="401"/>
        </pc:sldMkLst>
        <pc:spChg chg="mod">
          <ac:chgData name="Lindeman, Mark A (US 365H)" userId="3688c61a-c847-421f-97e7-31f196fb4491" providerId="ADAL" clId="{216A9E4E-1227-49C0-8A78-42279DBF0FD8}" dt="2026-04-28T20:41:09.077" v="9631" actId="313"/>
          <ac:spMkLst>
            <pc:docMk/>
            <pc:sldMk cId="3735127974" sldId="401"/>
            <ac:spMk id="2" creationId="{D1CE0110-32F2-03B2-198B-2EEEB8C8B57D}"/>
          </ac:spMkLst>
        </pc:spChg>
        <pc:spChg chg="mod">
          <ac:chgData name="Lindeman, Mark A (US 365H)" userId="3688c61a-c847-421f-97e7-31f196fb4491" providerId="ADAL" clId="{216A9E4E-1227-49C0-8A78-42279DBF0FD8}" dt="2026-04-28T21:09:53.459" v="10707" actId="20577"/>
          <ac:spMkLst>
            <pc:docMk/>
            <pc:sldMk cId="3735127974" sldId="401"/>
            <ac:spMk id="3" creationId="{46171617-4CB0-E40B-79FA-F87031D0A86A}"/>
          </ac:spMkLst>
        </pc:spChg>
        <pc:spChg chg="add mod">
          <ac:chgData name="Lindeman, Mark A (US 365H)" userId="3688c61a-c847-421f-97e7-31f196fb4491" providerId="ADAL" clId="{216A9E4E-1227-49C0-8A78-42279DBF0FD8}" dt="2026-04-28T20:40:59.595" v="9629" actId="1076"/>
          <ac:spMkLst>
            <pc:docMk/>
            <pc:sldMk cId="3735127974" sldId="401"/>
            <ac:spMk id="6" creationId="{9E48C76E-2698-A2D8-0523-EB38CC56F5B2}"/>
          </ac:spMkLst>
        </pc:spChg>
        <pc:picChg chg="add del mod">
          <ac:chgData name="Lindeman, Mark A (US 365H)" userId="3688c61a-c847-421f-97e7-31f196fb4491" providerId="ADAL" clId="{216A9E4E-1227-49C0-8A78-42279DBF0FD8}" dt="2026-04-28T20:51:49.026" v="9979" actId="478"/>
          <ac:picMkLst>
            <pc:docMk/>
            <pc:sldMk cId="3735127974" sldId="401"/>
            <ac:picMk id="8" creationId="{D51A72DE-1164-5D47-C81E-6A6C02C50732}"/>
          </ac:picMkLst>
        </pc:picChg>
        <pc:picChg chg="add del mod">
          <ac:chgData name="Lindeman, Mark A (US 365H)" userId="3688c61a-c847-421f-97e7-31f196fb4491" providerId="ADAL" clId="{216A9E4E-1227-49C0-8A78-42279DBF0FD8}" dt="2026-04-28T21:01:31.159" v="10159" actId="478"/>
          <ac:picMkLst>
            <pc:docMk/>
            <pc:sldMk cId="3735127974" sldId="401"/>
            <ac:picMk id="10" creationId="{D0C63536-6A3D-DE97-3B0D-C7C8783723E2}"/>
          </ac:picMkLst>
        </pc:picChg>
        <pc:picChg chg="add mod">
          <ac:chgData name="Lindeman, Mark A (US 365H)" userId="3688c61a-c847-421f-97e7-31f196fb4491" providerId="ADAL" clId="{216A9E4E-1227-49C0-8A78-42279DBF0FD8}" dt="2026-04-28T21:03:45.439" v="10367" actId="1076"/>
          <ac:picMkLst>
            <pc:docMk/>
            <pc:sldMk cId="3735127974" sldId="401"/>
            <ac:picMk id="12" creationId="{FCC5883A-E57B-3DB9-AA03-0D9D775E0EA3}"/>
          </ac:picMkLst>
        </pc:pic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037840" cy="466434"/>
          </a:xfrm>
          <a:prstGeom prst="rect">
            <a:avLst/>
          </a:prstGeom>
        </p:spPr>
        <p:txBody>
          <a:bodyPr vert="horz" lIns="93177" tIns="46589" rIns="93177" bIns="46589" rtlCol="0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970938" y="0"/>
            <a:ext cx="3037840" cy="466434"/>
          </a:xfrm>
          <a:prstGeom prst="rect">
            <a:avLst/>
          </a:prstGeom>
        </p:spPr>
        <p:txBody>
          <a:bodyPr vert="horz" lIns="93177" tIns="46589" rIns="93177" bIns="46589" rtlCol="0"/>
          <a:lstStyle>
            <a:lvl1pPr algn="r">
              <a:defRPr sz="1200"/>
            </a:lvl1pPr>
          </a:lstStyle>
          <a:p>
            <a:fld id="{61549C36-65E6-4BE9-A624-04ACEE546A70}" type="datetimeFigureOut">
              <a:rPr lang="en-US" smtClean="0"/>
              <a:t>4/28/2026</a:t>
            </a:fld>
            <a:endParaRPr lang="en-US" dirty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717550" y="1162050"/>
            <a:ext cx="5575300" cy="31369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3177" tIns="46589" rIns="93177" bIns="46589" rtlCol="0" anchor="ctr"/>
          <a:lstStyle/>
          <a:p>
            <a:endParaRPr lang="en-US" dirty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701040" y="4473892"/>
            <a:ext cx="5608320" cy="3660458"/>
          </a:xfrm>
          <a:prstGeom prst="rect">
            <a:avLst/>
          </a:prstGeom>
        </p:spPr>
        <p:txBody>
          <a:bodyPr vert="horz" lIns="93177" tIns="46589" rIns="93177" bIns="46589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829967"/>
            <a:ext cx="3037840" cy="466433"/>
          </a:xfrm>
          <a:prstGeom prst="rect">
            <a:avLst/>
          </a:prstGeom>
        </p:spPr>
        <p:txBody>
          <a:bodyPr vert="horz" lIns="93177" tIns="46589" rIns="93177" bIns="46589" rtlCol="0" anchor="b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970938" y="8829967"/>
            <a:ext cx="3037840" cy="466433"/>
          </a:xfrm>
          <a:prstGeom prst="rect">
            <a:avLst/>
          </a:prstGeom>
        </p:spPr>
        <p:txBody>
          <a:bodyPr vert="horz" lIns="93177" tIns="46589" rIns="93177" bIns="46589" rtlCol="0" anchor="b"/>
          <a:lstStyle>
            <a:lvl1pPr algn="r">
              <a:defRPr sz="1200"/>
            </a:lvl1pPr>
          </a:lstStyle>
          <a:p>
            <a:fld id="{91411B8A-20AC-4AE7-8D65-A91215DC26EA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9374708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1_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>
            <a:extLst>
              <a:ext uri="{FF2B5EF4-FFF2-40B4-BE49-F238E27FC236}">
                <a16:creationId xmlns:a16="http://schemas.microsoft.com/office/drawing/2014/main" id="{D7EFF267-C43B-46C8-9753-973BE8502882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" y="954"/>
            <a:ext cx="12191999" cy="6856091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BAED9390-A06D-4D8A-B25A-783BDF1BD36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102628" y="2215342"/>
            <a:ext cx="6003175" cy="914400"/>
          </a:xfrm>
        </p:spPr>
        <p:txBody>
          <a:bodyPr>
            <a:noAutofit/>
          </a:bodyPr>
          <a:lstStyle>
            <a:lvl1pPr algn="ctr">
              <a:defRPr sz="3600" b="1">
                <a:solidFill>
                  <a:srgbClr val="873694"/>
                </a:solidFill>
              </a:defRPr>
            </a:lvl1pPr>
          </a:lstStyle>
          <a:p>
            <a:r>
              <a:rPr lang="en-US" dirty="0"/>
              <a:t>PRIMA Detector Peer Review</a:t>
            </a:r>
            <a:br>
              <a:rPr lang="en-US" dirty="0"/>
            </a:br>
            <a:r>
              <a:rPr lang="en-US" dirty="0"/>
              <a:t>Topic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DC30B411-A77F-31E5-45BE-6A0D18ED8D32}"/>
              </a:ext>
            </a:extLst>
          </p:cNvPr>
          <p:cNvSpPr txBox="1"/>
          <p:nvPr userDrawn="1"/>
        </p:nvSpPr>
        <p:spPr>
          <a:xfrm>
            <a:off x="6522012" y="3728258"/>
            <a:ext cx="331135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dirty="0"/>
              <a:t>Presenters and Contributors</a:t>
            </a:r>
          </a:p>
        </p:txBody>
      </p:sp>
    </p:spTree>
    <p:extLst>
      <p:ext uri="{BB962C8B-B14F-4D97-AF65-F5344CB8AC3E}">
        <p14:creationId xmlns:p14="http://schemas.microsoft.com/office/powerpoint/2010/main" val="259738272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A13A062-50CE-F6C5-8D80-B09DD5CC36F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470501"/>
          </a:xfrm>
        </p:spPr>
        <p:txBody>
          <a:bodyPr>
            <a:noAutofit/>
          </a:bodyPr>
          <a:lstStyle>
            <a:lvl1pPr>
              <a:defRPr sz="2400">
                <a:solidFill>
                  <a:srgbClr val="873694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C26567-9D0C-F4E5-A62C-26A1768D142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01133" y="1114425"/>
            <a:ext cx="10515600" cy="3677251"/>
          </a:xfrm>
        </p:spPr>
        <p:txBody>
          <a:bodyPr>
            <a:normAutofit/>
          </a:bodyPr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3" name="Slide Number Placeholder 12">
            <a:extLst>
              <a:ext uri="{FF2B5EF4-FFF2-40B4-BE49-F238E27FC236}">
                <a16:creationId xmlns:a16="http://schemas.microsoft.com/office/drawing/2014/main" id="{C8F47E5D-45EC-1706-D1FD-3062846A4F6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0282661-DEC2-3049-921A-D32C50A327E6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2337183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88A5E597-9D1B-8E23-E679-B004B08196C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FADC5AD-FC0C-1E63-1B00-169A5FE35FE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367725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24F6C5E-6663-9B4B-69E0-11E38EA8B9EF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409545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03D0B36-9654-119E-615B-88546D11CE2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409545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6C421CC-4CB2-5A22-BEAD-DCCD4B6A0B2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409545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0282661-DEC2-3049-921A-D32C50A327E6}" type="slidenum">
              <a:rPr lang="en-US" smtClean="0"/>
              <a:t>‹#›</a:t>
            </a:fld>
            <a:endParaRPr lang="en-US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0FA4E0F4-83BB-40F8-AFB1-160BFB4AC84A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-408" y="0"/>
            <a:ext cx="12191995" cy="3428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0500806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50" r:id="rId2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.png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itle 10">
            <a:extLst>
              <a:ext uri="{FF2B5EF4-FFF2-40B4-BE49-F238E27FC236}">
                <a16:creationId xmlns:a16="http://schemas.microsoft.com/office/drawing/2014/main" id="{E1DF6C20-8F6A-49A4-AA13-014FA0A5FBB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583460" y="2215342"/>
            <a:ext cx="7522344" cy="914400"/>
          </a:xfrm>
        </p:spPr>
        <p:txBody>
          <a:bodyPr/>
          <a:lstStyle/>
          <a:p>
            <a:r>
              <a:rPr lang="en-US" dirty="0"/>
              <a:t>Drift Model</a:t>
            </a:r>
            <a:br>
              <a:rPr lang="en-US" dirty="0"/>
            </a:br>
            <a:endParaRPr lang="en-US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DBD80872-DAC7-53DA-8F15-5E0267BC527B}"/>
              </a:ext>
            </a:extLst>
          </p:cNvPr>
          <p:cNvSpPr txBox="1"/>
          <p:nvPr/>
        </p:nvSpPr>
        <p:spPr>
          <a:xfrm>
            <a:off x="6522012" y="4128368"/>
            <a:ext cx="273682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Mark Lindeman</a:t>
            </a:r>
          </a:p>
        </p:txBody>
      </p:sp>
    </p:spTree>
    <p:extLst>
      <p:ext uri="{BB962C8B-B14F-4D97-AF65-F5344CB8AC3E}">
        <p14:creationId xmlns:p14="http://schemas.microsoft.com/office/powerpoint/2010/main" val="75616205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DA1B7E9-FB32-5CE5-D416-73C79AED9AB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948FA8A-F160-5906-D786-020B36D5854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0282661-DEC2-3049-921A-D32C50A327E6}" type="slidenum">
              <a:rPr lang="en-US" smtClean="0"/>
              <a:t>2</a:t>
            </a:fld>
            <a:endParaRPr lang="en-US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888363DF-3F7E-9D4B-5818-2E2A4E840401}"/>
              </a:ext>
            </a:extLst>
          </p:cNvPr>
          <p:cNvSpPr txBox="1"/>
          <p:nvPr/>
        </p:nvSpPr>
        <p:spPr>
          <a:xfrm>
            <a:off x="1778000" y="2540000"/>
            <a:ext cx="915035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 b="1" dirty="0"/>
              <a:t>About the Analysis</a:t>
            </a:r>
          </a:p>
        </p:txBody>
      </p:sp>
    </p:spTree>
    <p:extLst>
      <p:ext uri="{BB962C8B-B14F-4D97-AF65-F5344CB8AC3E}">
        <p14:creationId xmlns:p14="http://schemas.microsoft.com/office/powerpoint/2010/main" val="411759756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1CE0110-32F2-03B2-198B-2EEEB8C8B57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Generalize Normal Distribution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46171617-4CB0-E40B-79FA-F87031D0A86A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601133" y="1114425"/>
                <a:ext cx="3577167" cy="3677251"/>
              </a:xfrm>
            </p:spPr>
            <p:txBody>
              <a:bodyPr>
                <a:normAutofit fontScale="70000" lnSpcReduction="20000"/>
              </a:bodyPr>
              <a:lstStyle/>
              <a:p>
                <a:r>
                  <a:rPr lang="en-US" dirty="0"/>
                  <a:t>Assume resonators have initial </a:t>
                </a:r>
                <a:r>
                  <a:rPr lang="en-US" dirty="0" err="1"/>
                  <a:t>spaceing</a:t>
                </a:r>
                <a:r>
                  <a:rPr lang="en-US" dirty="0"/>
                  <a:t> of </a:t>
                </a:r>
                <a:r>
                  <a:rPr lang="en-US" dirty="0" err="1"/>
                  <a:t>df</a:t>
                </a:r>
                <a:r>
                  <a:rPr lang="en-US" dirty="0"/>
                  <a:t>/f =0 .0018</a:t>
                </a:r>
              </a:p>
              <a:p>
                <a:r>
                  <a:rPr lang="en-US"/>
                  <a:t>The </a:t>
                </a:r>
                <a:endParaRPr lang="en-US" dirty="0"/>
              </a:p>
              <a:p>
                <a14:m>
                  <m:oMath xmlns:m="http://schemas.openxmlformats.org/officeDocument/2006/math">
                    <m:r>
                      <m:rPr>
                        <m:nor/>
                      </m:rPr>
                      <a:rPr lang="en-US" dirty="0" smtClean="0"/>
                      <m:t>Generalized</m:t>
                    </m:r>
                    <m:r>
                      <m:rPr>
                        <m:nor/>
                      </m:rPr>
                      <a:rPr lang="en-US" dirty="0" smtClean="0"/>
                      <m:t> </m:t>
                    </m:r>
                    <m:r>
                      <m:rPr>
                        <m:nor/>
                      </m:rPr>
                      <a:rPr lang="en-US" dirty="0" smtClean="0"/>
                      <m:t>to</m:t>
                    </m:r>
                    <m:r>
                      <m:rPr>
                        <m:nor/>
                      </m:rPr>
                      <a:rPr lang="en-US" dirty="0" smtClean="0"/>
                      <m:t> </m:t>
                    </m:r>
                    <m:r>
                      <m:rPr>
                        <m:nor/>
                      </m:rPr>
                      <a:rPr lang="en-US" dirty="0" smtClean="0"/>
                      <m:t>allow</m:t>
                    </m:r>
                    <m:r>
                      <m:rPr>
                        <m:nor/>
                      </m:rPr>
                      <a:rPr lang="en-US" dirty="0" smtClean="0"/>
                      <m:t> </m:t>
                    </m:r>
                    <m:r>
                      <m:rPr>
                        <m:nor/>
                      </m:rPr>
                      <a:rPr lang="en-US" dirty="0" smtClean="0"/>
                      <m:t>for</m:t>
                    </m:r>
                    <m:r>
                      <m:rPr>
                        <m:nor/>
                      </m:rPr>
                      <a:rPr lang="en-US" dirty="0" smtClean="0"/>
                      <m:t> </m:t>
                    </m:r>
                    <m:r>
                      <m:rPr>
                        <m:nor/>
                      </m:rPr>
                      <a:rPr lang="en-US" dirty="0" smtClean="0"/>
                      <m:t>the</m:t>
                    </m:r>
                    <m:r>
                      <m:rPr>
                        <m:nor/>
                      </m:rPr>
                      <a:rPr lang="en-US" dirty="0" smtClean="0"/>
                      <m:t> </m:t>
                    </m:r>
                    <m:r>
                      <m:rPr>
                        <m:nor/>
                      </m:rPr>
                      <a:rPr lang="en-US" dirty="0" smtClean="0"/>
                      <m:t>observed</m:t>
                    </m:r>
                    <m:r>
                      <m:rPr>
                        <m:nor/>
                      </m:rPr>
                      <a:rPr lang="en-US" dirty="0" smtClean="0"/>
                      <m:t> </m:t>
                    </m:r>
                    <m:r>
                      <m:rPr>
                        <m:nor/>
                      </m:rPr>
                      <a:rPr lang="en-US" dirty="0" smtClean="0"/>
                      <m:t>peaked</m:t>
                    </m:r>
                    <m:r>
                      <m:rPr>
                        <m:nor/>
                      </m:rPr>
                      <a:rPr lang="en-US" dirty="0" smtClean="0"/>
                      <m:t> </m:t>
                    </m:r>
                    <m:r>
                      <m:rPr>
                        <m:nor/>
                      </m:rPr>
                      <a:rPr lang="en-US" dirty="0" smtClean="0"/>
                      <m:t>distribution</m:t>
                    </m:r>
                  </m:oMath>
                </a14:m>
                <a:endParaRPr lang="en-US" dirty="0"/>
              </a:p>
              <a:p>
                <a14:m>
                  <m:oMath xmlns:m="http://schemas.openxmlformats.org/officeDocument/2006/math">
                    <m:r>
                      <a:rPr lang="en-US" i="1" smtClean="0">
                        <a:latin typeface="Cambria Math" panose="02040503050406030204" pitchFamily="18" charset="0"/>
                      </a:rPr>
                      <m:t>𝛽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=2→ </m:t>
                    </m:r>
                  </m:oMath>
                </a14:m>
                <a:r>
                  <a:rPr lang="en-US" dirty="0"/>
                  <a:t>Normal Distribution</a:t>
                </a:r>
              </a:p>
              <a:p>
                <a:r>
                  <a:rPr lang="en-US" dirty="0"/>
                  <a:t>Standard deviation in pair distance change is twice the standard deviation the individual resonator displacements</a:t>
                </a:r>
              </a:p>
              <a:p>
                <a:r>
                  <a:rPr lang="en-US" dirty="0"/>
                  <a:t>We observe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𝛽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~ 0.56</m:t>
                    </m:r>
                  </m:oMath>
                </a14:m>
                <a:endParaRPr lang="en-US" dirty="0"/>
              </a:p>
              <a:p>
                <a:pPr lvl="1"/>
                <a:r>
                  <a:rPr lang="en-US" dirty="0"/>
                  <a:t>Be230518#1  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𝛽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</m:oMath>
                </a14:m>
                <a:r>
                  <a:rPr lang="en-US" dirty="0"/>
                  <a:t> 0.46</a:t>
                </a:r>
              </a:p>
              <a:p>
                <a:pPr lvl="1"/>
                <a:r>
                  <a:rPr lang="en-US" dirty="0"/>
                  <a:t>Be241202.1   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𝛽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=</m:t>
                    </m:r>
                  </m:oMath>
                </a14:m>
                <a:r>
                  <a:rPr lang="en-US" dirty="0"/>
                  <a:t> 0.70</a:t>
                </a:r>
              </a:p>
              <a:p>
                <a:pPr lvl="1"/>
                <a:r>
                  <a:rPr lang="en-US" dirty="0"/>
                  <a:t>L231120_1     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𝛽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=</m:t>
                    </m:r>
                  </m:oMath>
                </a14:m>
                <a:r>
                  <a:rPr lang="en-US" dirty="0"/>
                  <a:t> 0.53 </a:t>
                </a:r>
              </a:p>
              <a:p>
                <a:pPr lvl="2"/>
                <a:r>
                  <a:rPr lang="en-US" dirty="0"/>
                  <a:t>L231120_1 is asymmetric</a:t>
                </a:r>
              </a:p>
              <a:p>
                <a:r>
                  <a:rPr lang="en-US" dirty="0"/>
                  <a:t>Predicts less that one resonator collision if std of gap displacement less than 3e-4  </a:t>
                </a:r>
              </a:p>
              <a:p>
                <a:endParaRPr lang="en-US" dirty="0"/>
              </a:p>
              <a:p>
                <a:pPr lvl="2"/>
                <a:endParaRPr lang="en-US" dirty="0"/>
              </a:p>
              <a:p>
                <a:pPr lvl="1"/>
                <a:endParaRPr lang="en-US" dirty="0"/>
              </a:p>
              <a:p>
                <a:pPr lvl="1"/>
                <a:endParaRPr lang="en-US" dirty="0"/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46171617-4CB0-E40B-79FA-F87031D0A86A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601133" y="1114425"/>
                <a:ext cx="3577167" cy="3677251"/>
              </a:xfrm>
              <a:blipFill>
                <a:blip r:embed="rId2"/>
                <a:stretch>
                  <a:fillRect l="-341" t="-1824" r="-68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68A15BE-0920-68DB-73CE-6427DF465A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0282661-DEC2-3049-921A-D32C50A327E6}" type="slidenum">
              <a:rPr lang="en-US" smtClean="0"/>
              <a:t>3</a:t>
            </a:fld>
            <a:endParaRPr lang="en-US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9E48C76E-2698-A2D8-0523-EB38CC56F5B2}"/>
                  </a:ext>
                </a:extLst>
              </p:cNvPr>
              <p:cNvSpPr txBox="1"/>
              <p:nvPr/>
            </p:nvSpPr>
            <p:spPr>
              <a:xfrm>
                <a:off x="5803900" y="1229607"/>
                <a:ext cx="6096000" cy="82990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 smtClean="0">
                          <a:latin typeface="Cambria Math" panose="02040503050406030204" pitchFamily="18" charset="0"/>
                        </a:rPr>
                        <m:t>𝑓</m:t>
                      </m:r>
                      <m:d>
                        <m:d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</m:d>
                      <m:r>
                        <a:rPr lang="en-US" i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𝛽</m:t>
                          </m:r>
                        </m:num>
                        <m:den>
                          <m:r>
                            <a:rPr lang="en-US" i="0"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𝛼</m:t>
                          </m:r>
                          <m:r>
                            <m:rPr>
                              <m:sty m:val="p"/>
                            </m:rPr>
                            <a:rPr lang="en-US" i="0">
                              <a:latin typeface="Cambria Math" panose="02040503050406030204" pitchFamily="18" charset="0"/>
                            </a:rPr>
                            <m:t>Γ</m:t>
                          </m:r>
                          <m:d>
                            <m:d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i="0">
                                  <a:latin typeface="Cambria Math" panose="02040503050406030204" pitchFamily="18" charset="0"/>
                                </a:rPr>
                                <m:t>1/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𝛽</m:t>
                              </m:r>
                            </m:e>
                          </m:d>
                        </m:den>
                      </m:f>
                      <m:func>
                        <m:func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US" i="0">
                              <a:latin typeface="Cambria Math" panose="02040503050406030204" pitchFamily="18" charset="0"/>
                            </a:rPr>
                            <m:t>exp</m:t>
                          </m:r>
                        </m:fName>
                        <m:e>
                          <m:d>
                            <m:d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i="0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sSup>
                                <m:sSup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d>
                                    <m:dPr>
                                      <m:ctrlP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f>
                                        <m:fPr>
                                          <m:ctrlPr>
                                            <a:rPr lang="en-US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fPr>
                                        <m:num>
                                          <m:r>
                                            <a:rPr lang="en-US" i="0">
                                              <a:latin typeface="Cambria Math" panose="02040503050406030204" pitchFamily="18" charset="0"/>
                                            </a:rPr>
                                            <m:t>∣</m:t>
                                          </m:r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</a:rPr>
                                            <m:t>𝑥</m:t>
                                          </m:r>
                                          <m:r>
                                            <a:rPr lang="en-US" i="0">
                                              <a:latin typeface="Cambria Math" panose="02040503050406030204" pitchFamily="18" charset="0"/>
                                            </a:rPr>
                                            <m:t>−</m:t>
                                          </m:r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</a:rPr>
                                            <m:t>𝜇</m:t>
                                          </m:r>
                                          <m:r>
                                            <a:rPr lang="en-US" i="0">
                                              <a:latin typeface="Cambria Math" panose="02040503050406030204" pitchFamily="18" charset="0"/>
                                            </a:rPr>
                                            <m:t>∣</m:t>
                                          </m:r>
                                        </m:num>
                                        <m:den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</a:rPr>
                                            <m:t>𝛼</m:t>
                                          </m:r>
                                        </m:den>
                                      </m:f>
                                    </m:e>
                                  </m:d>
                                </m:e>
                                <m:sup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𝛽</m:t>
                                  </m:r>
                                </m:sup>
                              </m:sSup>
                            </m:e>
                          </m:d>
                        </m:e>
                      </m:func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9E48C76E-2698-A2D8-0523-EB38CC56F5B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803900" y="1229607"/>
                <a:ext cx="6096000" cy="829907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2" name="Picture 11">
            <a:extLst>
              <a:ext uri="{FF2B5EF4-FFF2-40B4-BE49-F238E27FC236}">
                <a16:creationId xmlns:a16="http://schemas.microsoft.com/office/drawing/2014/main" id="{FCC5883A-E57B-3DB9-AA03-0D9D775E0EA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22090" y="2453495"/>
            <a:ext cx="5548587" cy="344317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3512797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FAF3AA6-91BE-527F-5CF7-4BB500CB62D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Gaussian Distributed Drift  Model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BA3AB8E-0EAA-DEE3-A49A-69F118D55F8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01133" y="1114425"/>
            <a:ext cx="5151967" cy="3677251"/>
          </a:xfrm>
        </p:spPr>
        <p:txBody>
          <a:bodyPr/>
          <a:lstStyle/>
          <a:p>
            <a:r>
              <a:rPr lang="en-US" dirty="0" err="1"/>
              <a:t>Gaussean</a:t>
            </a:r>
            <a:r>
              <a:rPr lang="en-US" dirty="0"/>
              <a:t> statistics </a:t>
            </a:r>
          </a:p>
          <a:p>
            <a:pPr lvl="1"/>
            <a:r>
              <a:rPr lang="en-US" dirty="0"/>
              <a:t>Would predict we could handle gap displacements of up to 4e-4</a:t>
            </a:r>
          </a:p>
          <a:p>
            <a:endParaRPr lang="en-US" dirty="0"/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5762720-F44F-A4A5-6344-2E7070C01AE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0282661-DEC2-3049-921A-D32C50A327E6}" type="slidenum">
              <a:rPr lang="en-US" smtClean="0"/>
              <a:t>4</a:t>
            </a:fld>
            <a:endParaRPr lang="en-US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8241AA3B-9AD1-F29C-9DF0-A008CBF8C7D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62823" y="1114425"/>
            <a:ext cx="4495553" cy="2700263"/>
          </a:xfrm>
          <a:prstGeom prst="rect">
            <a:avLst/>
          </a:prstGeom>
          <a:ln>
            <a:solidFill>
              <a:srgbClr val="0070C0"/>
            </a:solidFill>
          </a:ln>
        </p:spPr>
      </p:pic>
    </p:spTree>
    <p:extLst>
      <p:ext uri="{BB962C8B-B14F-4D97-AF65-F5344CB8AC3E}">
        <p14:creationId xmlns:p14="http://schemas.microsoft.com/office/powerpoint/2010/main" val="18279290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DD3B35-5C09-C845-FE07-6C93D82D8E0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Actual Distribution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0161D42-6F2D-9942-24D8-6C72E78242F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01133" y="1114425"/>
            <a:ext cx="1964267" cy="3677251"/>
          </a:xfrm>
        </p:spPr>
        <p:txBody>
          <a:bodyPr/>
          <a:lstStyle/>
          <a:p>
            <a:r>
              <a:rPr lang="en-US" dirty="0"/>
              <a:t>Data set 1    Be230518#1</a:t>
            </a:r>
          </a:p>
          <a:p>
            <a:r>
              <a:rPr lang="en-US" dirty="0"/>
              <a:t>selected scans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B2E6962-EBC8-075B-6497-D76B41AA9DE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0282661-DEC2-3049-921A-D32C50A327E6}" type="slidenum">
              <a:rPr lang="en-US" smtClean="0"/>
              <a:t>5</a:t>
            </a:fld>
            <a:endParaRPr lang="en-US" dirty="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F4496E65-747A-3014-AC4D-BFD5FD87F62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77287" y="1847713"/>
            <a:ext cx="5837426" cy="316257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0473921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1" name="Rectangle 10">
            <a:extLst>
              <a:ext uri="{FF2B5EF4-FFF2-40B4-BE49-F238E27FC236}">
                <a16:creationId xmlns:a16="http://schemas.microsoft.com/office/drawing/2014/main" id="{2B97F24A-32CE-4C1C-A50D-3016B394DCF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898E4A30-7EF1-ED67-8235-A8B320CE471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0936" y="639520"/>
            <a:ext cx="3429000" cy="1719072"/>
          </a:xfrm>
        </p:spPr>
        <p:txBody>
          <a:bodyPr anchor="b">
            <a:normAutofit/>
          </a:bodyPr>
          <a:lstStyle/>
          <a:p>
            <a:endParaRPr lang="en-US" sz="5400" dirty="0"/>
          </a:p>
        </p:txBody>
      </p:sp>
      <p:sp>
        <p:nvSpPr>
          <p:cNvPr id="13" name="sketch line">
            <a:extLst>
              <a:ext uri="{FF2B5EF4-FFF2-40B4-BE49-F238E27FC236}">
                <a16:creationId xmlns:a16="http://schemas.microsoft.com/office/drawing/2014/main" id="{CD8B4F24-440B-49E9-B85D-733523DC064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43278" y="2573756"/>
            <a:ext cx="3255095" cy="18288"/>
          </a:xfrm>
          <a:custGeom>
            <a:avLst/>
            <a:gdLst>
              <a:gd name="csX0" fmla="*/ 0 w 3255095"/>
              <a:gd name="csY0" fmla="*/ 0 h 18288"/>
              <a:gd name="csX1" fmla="*/ 618468 w 3255095"/>
              <a:gd name="csY1" fmla="*/ 0 h 18288"/>
              <a:gd name="csX2" fmla="*/ 1269487 w 3255095"/>
              <a:gd name="csY2" fmla="*/ 0 h 18288"/>
              <a:gd name="csX3" fmla="*/ 1953057 w 3255095"/>
              <a:gd name="csY3" fmla="*/ 0 h 18288"/>
              <a:gd name="csX4" fmla="*/ 2636627 w 3255095"/>
              <a:gd name="csY4" fmla="*/ 0 h 18288"/>
              <a:gd name="csX5" fmla="*/ 3255095 w 3255095"/>
              <a:gd name="csY5" fmla="*/ 0 h 18288"/>
              <a:gd name="csX6" fmla="*/ 3255095 w 3255095"/>
              <a:gd name="csY6" fmla="*/ 18288 h 18288"/>
              <a:gd name="csX7" fmla="*/ 2538974 w 3255095"/>
              <a:gd name="csY7" fmla="*/ 18288 h 18288"/>
              <a:gd name="csX8" fmla="*/ 1822853 w 3255095"/>
              <a:gd name="csY8" fmla="*/ 18288 h 18288"/>
              <a:gd name="csX9" fmla="*/ 1171834 w 3255095"/>
              <a:gd name="csY9" fmla="*/ 18288 h 18288"/>
              <a:gd name="csX10" fmla="*/ 0 w 3255095"/>
              <a:gd name="csY10" fmla="*/ 18288 h 18288"/>
              <a:gd name="csX11" fmla="*/ 0 w 3255095"/>
              <a:gd name="csY11" fmla="*/ 0 h 1828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</a:cxnLst>
            <a:rect l="l" t="t" r="r" b="b"/>
            <a:pathLst>
              <a:path w="3255095" h="18288" fill="none" extrusionOk="0">
                <a:moveTo>
                  <a:pt x="0" y="0"/>
                </a:moveTo>
                <a:cubicBezTo>
                  <a:pt x="240201" y="-22123"/>
                  <a:pt x="462021" y="-19623"/>
                  <a:pt x="618468" y="0"/>
                </a:cubicBezTo>
                <a:cubicBezTo>
                  <a:pt x="774915" y="19623"/>
                  <a:pt x="974734" y="2035"/>
                  <a:pt x="1269487" y="0"/>
                </a:cubicBezTo>
                <a:cubicBezTo>
                  <a:pt x="1564240" y="-2035"/>
                  <a:pt x="1733579" y="10639"/>
                  <a:pt x="1953057" y="0"/>
                </a:cubicBezTo>
                <a:cubicBezTo>
                  <a:pt x="2172535" y="-10639"/>
                  <a:pt x="2453962" y="14018"/>
                  <a:pt x="2636627" y="0"/>
                </a:cubicBezTo>
                <a:cubicBezTo>
                  <a:pt x="2819292" y="-14018"/>
                  <a:pt x="3121375" y="5399"/>
                  <a:pt x="3255095" y="0"/>
                </a:cubicBezTo>
                <a:cubicBezTo>
                  <a:pt x="3254386" y="8157"/>
                  <a:pt x="3254682" y="12125"/>
                  <a:pt x="3255095" y="18288"/>
                </a:cubicBezTo>
                <a:cubicBezTo>
                  <a:pt x="3088545" y="23203"/>
                  <a:pt x="2687475" y="7419"/>
                  <a:pt x="2538974" y="18288"/>
                </a:cubicBezTo>
                <a:cubicBezTo>
                  <a:pt x="2390473" y="29157"/>
                  <a:pt x="2137381" y="-8959"/>
                  <a:pt x="1822853" y="18288"/>
                </a:cubicBezTo>
                <a:cubicBezTo>
                  <a:pt x="1508325" y="45535"/>
                  <a:pt x="1466437" y="20385"/>
                  <a:pt x="1171834" y="18288"/>
                </a:cubicBezTo>
                <a:cubicBezTo>
                  <a:pt x="877231" y="16191"/>
                  <a:pt x="561097" y="37643"/>
                  <a:pt x="0" y="18288"/>
                </a:cubicBezTo>
                <a:cubicBezTo>
                  <a:pt x="-46" y="12483"/>
                  <a:pt x="-203" y="6491"/>
                  <a:pt x="0" y="0"/>
                </a:cubicBezTo>
                <a:close/>
              </a:path>
              <a:path w="3255095" h="18288" stroke="0" extrusionOk="0">
                <a:moveTo>
                  <a:pt x="0" y="0"/>
                </a:moveTo>
                <a:cubicBezTo>
                  <a:pt x="291965" y="19429"/>
                  <a:pt x="363155" y="8568"/>
                  <a:pt x="618468" y="0"/>
                </a:cubicBezTo>
                <a:cubicBezTo>
                  <a:pt x="873781" y="-8568"/>
                  <a:pt x="904459" y="-19505"/>
                  <a:pt x="1171834" y="0"/>
                </a:cubicBezTo>
                <a:cubicBezTo>
                  <a:pt x="1439209" y="19505"/>
                  <a:pt x="1744369" y="9790"/>
                  <a:pt x="1887955" y="0"/>
                </a:cubicBezTo>
                <a:cubicBezTo>
                  <a:pt x="2031541" y="-9790"/>
                  <a:pt x="2346378" y="21240"/>
                  <a:pt x="2506423" y="0"/>
                </a:cubicBezTo>
                <a:cubicBezTo>
                  <a:pt x="2666468" y="-21240"/>
                  <a:pt x="2990257" y="30414"/>
                  <a:pt x="3255095" y="0"/>
                </a:cubicBezTo>
                <a:cubicBezTo>
                  <a:pt x="3254831" y="4493"/>
                  <a:pt x="3255479" y="9472"/>
                  <a:pt x="3255095" y="18288"/>
                </a:cubicBezTo>
                <a:cubicBezTo>
                  <a:pt x="3120743" y="16690"/>
                  <a:pt x="2759628" y="42462"/>
                  <a:pt x="2604076" y="18288"/>
                </a:cubicBezTo>
                <a:cubicBezTo>
                  <a:pt x="2448524" y="-5886"/>
                  <a:pt x="2184336" y="19599"/>
                  <a:pt x="1887955" y="18288"/>
                </a:cubicBezTo>
                <a:cubicBezTo>
                  <a:pt x="1591574" y="16977"/>
                  <a:pt x="1548845" y="6870"/>
                  <a:pt x="1334589" y="18288"/>
                </a:cubicBezTo>
                <a:cubicBezTo>
                  <a:pt x="1120333" y="29706"/>
                  <a:pt x="996014" y="9662"/>
                  <a:pt x="683570" y="18288"/>
                </a:cubicBezTo>
                <a:cubicBezTo>
                  <a:pt x="371126" y="26914"/>
                  <a:pt x="198687" y="16167"/>
                  <a:pt x="0" y="18288"/>
                </a:cubicBezTo>
                <a:cubicBezTo>
                  <a:pt x="843" y="9577"/>
                  <a:pt x="371" y="6900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38100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123F084-55AA-DA74-CA50-5CA2C3FDBF5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30936" y="2807208"/>
            <a:ext cx="3429000" cy="3410712"/>
          </a:xfrm>
        </p:spPr>
        <p:txBody>
          <a:bodyPr anchor="t">
            <a:normAutofit/>
          </a:bodyPr>
          <a:lstStyle/>
          <a:p>
            <a:r>
              <a:rPr lang="en-US" sz="2200" dirty="0"/>
              <a:t>Data set 3 Be241202.1 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BDF702E1-7198-FC6F-FD98-28022E559D8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54296" y="1530477"/>
            <a:ext cx="6903720" cy="3797045"/>
          </a:xfrm>
          <a:prstGeom prst="rect">
            <a:avLst/>
          </a:prstGeom>
        </p:spPr>
      </p:pic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51B5AF7-5716-4AC7-9472-9262F43AC0F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>
            <a:normAutofit/>
          </a:bodyPr>
          <a:lstStyle/>
          <a:p>
            <a:pPr>
              <a:spcAft>
                <a:spcPts val="600"/>
              </a:spcAft>
            </a:pPr>
            <a:fld id="{30282661-DEC2-3049-921A-D32C50A327E6}" type="slidenum">
              <a:rPr lang="en-US" smtClean="0"/>
              <a:pPr>
                <a:spcAft>
                  <a:spcPts val="600"/>
                </a:spcAft>
              </a:pPr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4858097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3FCDE93-18B8-38BD-80DF-73A2B5F2B05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5AFAEC0-5490-85D0-C2C2-2AB9320275D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01133" y="1114425"/>
            <a:ext cx="2389717" cy="3677251"/>
          </a:xfrm>
        </p:spPr>
        <p:txBody>
          <a:bodyPr/>
          <a:lstStyle/>
          <a:p>
            <a:r>
              <a:rPr lang="en-US" dirty="0"/>
              <a:t> 4- L231120_1 –</a:t>
            </a:r>
          </a:p>
          <a:p>
            <a:r>
              <a:rPr lang="en-US" dirty="0"/>
              <a:t>Selection: all bb except low power , T=150mK</a:t>
            </a:r>
          </a:p>
          <a:p>
            <a:r>
              <a:rPr lang="en-US" dirty="0"/>
              <a:t> 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3BCC47C-26FB-D0EC-CFF3-E7E20B51AD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0282661-DEC2-3049-921A-D32C50A327E6}" type="slidenum">
              <a:rPr lang="en-US" smtClean="0"/>
              <a:t>7</a:t>
            </a:fld>
            <a:endParaRPr lang="en-US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38EA5083-4B3C-C039-E5A9-3F549CD67F8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34540" y="716142"/>
            <a:ext cx="5761219" cy="317781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459433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A0DA149-FFFD-8A1B-C578-0C9C7C4F436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3DCCC20-3850-0644-BEDC-9FD0C519FE8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01133" y="1114425"/>
            <a:ext cx="4668699" cy="3677251"/>
          </a:xfrm>
        </p:spPr>
        <p:txBody>
          <a:bodyPr/>
          <a:lstStyle/>
          <a:p>
            <a:r>
              <a:rPr lang="en-US" dirty="0"/>
              <a:t>5- JPL1-25-4LO-W4-R3C4</a:t>
            </a:r>
          </a:p>
          <a:p>
            <a:r>
              <a:rPr lang="en-US" dirty="0"/>
              <a:t>Hard to get a </a:t>
            </a:r>
            <a:r>
              <a:rPr lang="en-US" dirty="0" err="1"/>
              <a:t>histo</a:t>
            </a:r>
            <a:r>
              <a:rPr lang="en-US" dirty="0"/>
              <a:t> gram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CD9DE8B-5FC1-A08E-F86A-1437609A8B9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0282661-DEC2-3049-921A-D32C50A327E6}" type="slidenum">
              <a:rPr lang="en-US" smtClean="0"/>
              <a:t>8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7690039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A0F2B8-66F6-8E98-5721-D66D1FDCB88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E4BCC50-E32A-27F1-C608-86340E8A830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6 - JPLB1_25_4LO_W2 R4C4_VNA -MIT- from Mary -</a:t>
            </a:r>
            <a:r>
              <a:rPr lang="en-US" dirty="0" err="1"/>
              <a:t>florine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AD718E5-BB73-DBFD-8365-4CF9D09A936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0282661-DEC2-3049-921A-D32C50A327E6}" type="slidenum">
              <a:rPr lang="en-US" smtClean="0"/>
              <a:t>9</a:t>
            </a:fld>
            <a:endParaRPr lang="en-US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379B4086-38DB-A3F5-9ABA-ED4E947A037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7769" y="1862954"/>
            <a:ext cx="5776461" cy="313209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7496943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48029</TotalTime>
  <Words>168</Words>
  <Application>Microsoft Office PowerPoint</Application>
  <PresentationFormat>Widescreen</PresentationFormat>
  <Paragraphs>39</Paragraphs>
  <Slides>9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4" baseType="lpstr">
      <vt:lpstr>Aptos</vt:lpstr>
      <vt:lpstr>Aptos Display</vt:lpstr>
      <vt:lpstr>Arial</vt:lpstr>
      <vt:lpstr>Cambria Math</vt:lpstr>
      <vt:lpstr>Office Theme</vt:lpstr>
      <vt:lpstr>Drift Model </vt:lpstr>
      <vt:lpstr>PowerPoint Presentation</vt:lpstr>
      <vt:lpstr>Generalize Normal Distribution</vt:lpstr>
      <vt:lpstr>Gaussian Distributed Drift  Model</vt:lpstr>
      <vt:lpstr>Actual Distribution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Bradford, Charles M. (Matt)</dc:creator>
  <cp:lastModifiedBy>Lindeman, Mark A (US 365H)</cp:lastModifiedBy>
  <cp:revision>388</cp:revision>
  <cp:lastPrinted>2025-04-24T17:16:04Z</cp:lastPrinted>
  <dcterms:created xsi:type="dcterms:W3CDTF">2024-05-21T16:09:49Z</dcterms:created>
  <dcterms:modified xsi:type="dcterms:W3CDTF">2026-04-28T21:10:00Z</dcterms:modified>
</cp:coreProperties>
</file>