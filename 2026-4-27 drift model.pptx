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9" r:id="rId2"/>
    <p:sldId id="402" r:id="rId3"/>
    <p:sldId id="401" r:id="rId4"/>
    <p:sldId id="408" r:id="rId5"/>
    <p:sldId id="407" r:id="rId6"/>
    <p:sldId id="414" r:id="rId7"/>
    <p:sldId id="413" r:id="rId8"/>
    <p:sldId id="404" r:id="rId9"/>
    <p:sldId id="406" r:id="rId10"/>
    <p:sldId id="416" r:id="rId11"/>
    <p:sldId id="415" r:id="rId12"/>
    <p:sldId id="405" r:id="rId13"/>
    <p:sldId id="411" r:id="rId14"/>
    <p:sldId id="409" r:id="rId15"/>
    <p:sldId id="396" r:id="rId16"/>
    <p:sldId id="399" r:id="rId17"/>
    <p:sldId id="398" r:id="rId18"/>
    <p:sldId id="403" r:id="rId19"/>
    <p:sldId id="400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EEFB"/>
    <a:srgbClr val="E5978F"/>
    <a:srgbClr val="156082"/>
    <a:srgbClr val="873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9A46F-A32F-4341-88EA-5E1CD9BECE80}" v="1843" dt="2026-05-05T23:25:12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6" autoAdjust="0"/>
    <p:restoredTop sz="94245" autoAdjust="0"/>
  </p:normalViewPr>
  <p:slideViewPr>
    <p:cSldViewPr snapToGrid="0">
      <p:cViewPr varScale="1">
        <p:scale>
          <a:sx n="68" d="100"/>
          <a:sy n="68" d="100"/>
        </p:scale>
        <p:origin x="6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man, Mark A (US 365H)" userId="3688c61a-c847-421f-97e7-31f196fb4491" providerId="ADAL" clId="{216A9E4E-1227-49C0-8A78-42279DBF0FD8}"/>
    <pc:docChg chg="undo redo custSel addSld delSld modSld sldOrd">
      <pc:chgData name="Lindeman, Mark A (US 365H)" userId="3688c61a-c847-421f-97e7-31f196fb4491" providerId="ADAL" clId="{216A9E4E-1227-49C0-8A78-42279DBF0FD8}" dt="2026-05-05T23:25:23.135" v="25128" actId="5793"/>
      <pc:docMkLst>
        <pc:docMk/>
      </pc:docMkLst>
      <pc:sldChg chg="modSp mod">
        <pc:chgData name="Lindeman, Mark A (US 365H)" userId="3688c61a-c847-421f-97e7-31f196fb4491" providerId="ADAL" clId="{216A9E4E-1227-49C0-8A78-42279DBF0FD8}" dt="2026-04-27T23:08:32.839" v="9109" actId="20577"/>
        <pc:sldMkLst>
          <pc:docMk/>
          <pc:sldMk cId="756162053" sldId="259"/>
        </pc:sldMkLst>
        <pc:spChg chg="mod">
          <ac:chgData name="Lindeman, Mark A (US 365H)" userId="3688c61a-c847-421f-97e7-31f196fb4491" providerId="ADAL" clId="{216A9E4E-1227-49C0-8A78-42279DBF0FD8}" dt="2026-04-27T23:08:32.839" v="9109" actId="20577"/>
          <ac:spMkLst>
            <pc:docMk/>
            <pc:sldMk cId="756162053" sldId="259"/>
            <ac:spMk id="11" creationId="{E1DF6C20-8F6A-49A4-AA13-014FA0A5FBBF}"/>
          </ac:spMkLst>
        </pc:spChg>
      </pc:sldChg>
      <pc:sldChg chg="addSp delSp modSp new mod">
        <pc:chgData name="Lindeman, Mark A (US 365H)" userId="3688c61a-c847-421f-97e7-31f196fb4491" providerId="ADAL" clId="{216A9E4E-1227-49C0-8A78-42279DBF0FD8}" dt="2026-04-29T16:29:42.071" v="16389" actId="14100"/>
        <pc:sldMkLst>
          <pc:docMk/>
          <pc:sldMk cId="3604739214" sldId="396"/>
        </pc:sldMkLst>
        <pc:spChg chg="mod">
          <ac:chgData name="Lindeman, Mark A (US 365H)" userId="3688c61a-c847-421f-97e7-31f196fb4491" providerId="ADAL" clId="{216A9E4E-1227-49C0-8A78-42279DBF0FD8}" dt="2026-04-28T23:46:05.754" v="15202"/>
          <ac:spMkLst>
            <pc:docMk/>
            <pc:sldMk cId="3604739214" sldId="396"/>
            <ac:spMk id="2" creationId="{BCDD3B35-5C09-C845-FE07-6C93D82D8E09}"/>
          </ac:spMkLst>
        </pc:spChg>
        <pc:spChg chg="mod">
          <ac:chgData name="Lindeman, Mark A (US 365H)" userId="3688c61a-c847-421f-97e7-31f196fb4491" providerId="ADAL" clId="{216A9E4E-1227-49C0-8A78-42279DBF0FD8}" dt="2026-04-29T16:29:42.071" v="16389" actId="14100"/>
          <ac:spMkLst>
            <pc:docMk/>
            <pc:sldMk cId="3604739214" sldId="396"/>
            <ac:spMk id="3" creationId="{E0161D42-6F2D-9942-24D8-6C72E78242FA}"/>
          </ac:spMkLst>
        </pc:spChg>
        <pc:picChg chg="add mod">
          <ac:chgData name="Lindeman, Mark A (US 365H)" userId="3688c61a-c847-421f-97e7-31f196fb4491" providerId="ADAL" clId="{216A9E4E-1227-49C0-8A78-42279DBF0FD8}" dt="2026-04-29T16:29:37.883" v="16388" actId="1076"/>
          <ac:picMkLst>
            <pc:docMk/>
            <pc:sldMk cId="3604739214" sldId="396"/>
            <ac:picMk id="8" creationId="{F4496E65-747A-3014-AC4D-BFD5FD87F628}"/>
          </ac:picMkLst>
        </pc:picChg>
      </pc:sldChg>
      <pc:sldChg chg="addSp modSp new mod">
        <pc:chgData name="Lindeman, Mark A (US 365H)" userId="3688c61a-c847-421f-97e7-31f196fb4491" providerId="ADAL" clId="{216A9E4E-1227-49C0-8A78-42279DBF0FD8}" dt="2026-04-29T16:30:00.635" v="16392" actId="1076"/>
        <pc:sldMkLst>
          <pc:docMk/>
          <pc:sldMk cId="44594330" sldId="398"/>
        </pc:sldMkLst>
        <pc:spChg chg="mod">
          <ac:chgData name="Lindeman, Mark A (US 365H)" userId="3688c61a-c847-421f-97e7-31f196fb4491" providerId="ADAL" clId="{216A9E4E-1227-49C0-8A78-42279DBF0FD8}" dt="2026-04-28T23:01:37.837" v="13654" actId="20577"/>
          <ac:spMkLst>
            <pc:docMk/>
            <pc:sldMk cId="44594330" sldId="398"/>
            <ac:spMk id="2" creationId="{A3FCDE93-18B8-38BD-80DF-73A2B5F2B056}"/>
          </ac:spMkLst>
        </pc:spChg>
        <pc:spChg chg="mod">
          <ac:chgData name="Lindeman, Mark A (US 365H)" userId="3688c61a-c847-421f-97e7-31f196fb4491" providerId="ADAL" clId="{216A9E4E-1227-49C0-8A78-42279DBF0FD8}" dt="2026-04-28T23:21:01.938" v="15116" actId="313"/>
          <ac:spMkLst>
            <pc:docMk/>
            <pc:sldMk cId="44594330" sldId="398"/>
            <ac:spMk id="3" creationId="{F5AFAEC0-5490-85D0-C2C2-2AB9320275D4}"/>
          </ac:spMkLst>
        </pc:spChg>
        <pc:picChg chg="add mod">
          <ac:chgData name="Lindeman, Mark A (US 365H)" userId="3688c61a-c847-421f-97e7-31f196fb4491" providerId="ADAL" clId="{216A9E4E-1227-49C0-8A78-42279DBF0FD8}" dt="2026-04-29T16:30:00.635" v="16392" actId="1076"/>
          <ac:picMkLst>
            <pc:docMk/>
            <pc:sldMk cId="44594330" sldId="398"/>
            <ac:picMk id="6" creationId="{38EA5083-4B3C-C039-E5A9-3F549CD67F8E}"/>
          </ac:picMkLst>
        </pc:picChg>
      </pc:sldChg>
      <pc:sldChg chg="addSp delSp modSp new add del mod ord">
        <pc:chgData name="Lindeman, Mark A (US 365H)" userId="3688c61a-c847-421f-97e7-31f196fb4491" providerId="ADAL" clId="{216A9E4E-1227-49C0-8A78-42279DBF0FD8}" dt="2026-04-28T23:52:33.571" v="15255" actId="14100"/>
        <pc:sldMkLst>
          <pc:docMk/>
          <pc:sldMk cId="2376900391" sldId="399"/>
        </pc:sldMkLst>
        <pc:spChg chg="mod">
          <ac:chgData name="Lindeman, Mark A (US 365H)" userId="3688c61a-c847-421f-97e7-31f196fb4491" providerId="ADAL" clId="{216A9E4E-1227-49C0-8A78-42279DBF0FD8}" dt="2026-04-28T23:44:08.395" v="15136"/>
          <ac:spMkLst>
            <pc:docMk/>
            <pc:sldMk cId="2376900391" sldId="399"/>
            <ac:spMk id="2" creationId="{7A0DA149-FFFD-8A1B-C578-0C9C7C4F4364}"/>
          </ac:spMkLst>
        </pc:spChg>
        <pc:spChg chg="add mod">
          <ac:chgData name="Lindeman, Mark A (US 365H)" userId="3688c61a-c847-421f-97e7-31f196fb4491" providerId="ADAL" clId="{216A9E4E-1227-49C0-8A78-42279DBF0FD8}" dt="2026-04-28T23:52:33.571" v="15255" actId="14100"/>
          <ac:spMkLst>
            <pc:docMk/>
            <pc:sldMk cId="2376900391" sldId="399"/>
            <ac:spMk id="7" creationId="{8BAB8F90-3875-AC05-EF59-D3E73F1EF434}"/>
          </ac:spMkLst>
        </pc:spChg>
        <pc:picChg chg="add mod">
          <ac:chgData name="Lindeman, Mark A (US 365H)" userId="3688c61a-c847-421f-97e7-31f196fb4491" providerId="ADAL" clId="{216A9E4E-1227-49C0-8A78-42279DBF0FD8}" dt="2026-04-28T23:46:41.604" v="15232" actId="14100"/>
          <ac:picMkLst>
            <pc:docMk/>
            <pc:sldMk cId="2376900391" sldId="399"/>
            <ac:picMk id="5" creationId="{F8E3EFF8-8069-D835-C3F5-8145B6D62CA3}"/>
          </ac:picMkLst>
        </pc:picChg>
      </pc:sldChg>
      <pc:sldChg chg="addSp modSp new mod">
        <pc:chgData name="Lindeman, Mark A (US 365H)" userId="3688c61a-c847-421f-97e7-31f196fb4491" providerId="ADAL" clId="{216A9E4E-1227-49C0-8A78-42279DBF0FD8}" dt="2026-04-28T23:04:39.434" v="13830" actId="207"/>
        <pc:sldMkLst>
          <pc:docMk/>
          <pc:sldMk cId="3674969437" sldId="400"/>
        </pc:sldMkLst>
        <pc:spChg chg="mod">
          <ac:chgData name="Lindeman, Mark A (US 365H)" userId="3688c61a-c847-421f-97e7-31f196fb4491" providerId="ADAL" clId="{216A9E4E-1227-49C0-8A78-42279DBF0FD8}" dt="2026-04-28T23:04:21.768" v="13808" actId="20577"/>
          <ac:spMkLst>
            <pc:docMk/>
            <pc:sldMk cId="3674969437" sldId="400"/>
            <ac:spMk id="2" creationId="{D4A0F2B8-66F6-8E98-5721-D66D1FDCB88A}"/>
          </ac:spMkLst>
        </pc:spChg>
        <pc:spChg chg="mod">
          <ac:chgData name="Lindeman, Mark A (US 365H)" userId="3688c61a-c847-421f-97e7-31f196fb4491" providerId="ADAL" clId="{216A9E4E-1227-49C0-8A78-42279DBF0FD8}" dt="2026-04-28T23:04:39.434" v="13830" actId="207"/>
          <ac:spMkLst>
            <pc:docMk/>
            <pc:sldMk cId="3674969437" sldId="400"/>
            <ac:spMk id="3" creationId="{2E4BCC50-E32A-27F1-C608-86340E8A8306}"/>
          </ac:spMkLst>
        </pc:spChg>
        <pc:picChg chg="add">
          <ac:chgData name="Lindeman, Mark A (US 365H)" userId="3688c61a-c847-421f-97e7-31f196fb4491" providerId="ADAL" clId="{216A9E4E-1227-49C0-8A78-42279DBF0FD8}" dt="2026-04-27T23:47:52.153" v="9532" actId="22"/>
          <ac:picMkLst>
            <pc:docMk/>
            <pc:sldMk cId="3674969437" sldId="400"/>
            <ac:picMk id="6" creationId="{379B4086-38DB-A3F5-9ABA-ED4E947A0374}"/>
          </ac:picMkLst>
        </pc:picChg>
      </pc:sldChg>
      <pc:sldChg chg="addSp delSp modSp new mod ord">
        <pc:chgData name="Lindeman, Mark A (US 365H)" userId="3688c61a-c847-421f-97e7-31f196fb4491" providerId="ADAL" clId="{216A9E4E-1227-49C0-8A78-42279DBF0FD8}" dt="2026-05-05T21:02:49.925" v="24339" actId="313"/>
        <pc:sldMkLst>
          <pc:docMk/>
          <pc:sldMk cId="3735127974" sldId="401"/>
        </pc:sldMkLst>
        <pc:spChg chg="mod">
          <ac:chgData name="Lindeman, Mark A (US 365H)" userId="3688c61a-c847-421f-97e7-31f196fb4491" providerId="ADAL" clId="{216A9E4E-1227-49C0-8A78-42279DBF0FD8}" dt="2026-04-28T23:20:03.081" v="15092" actId="20577"/>
          <ac:spMkLst>
            <pc:docMk/>
            <pc:sldMk cId="3735127974" sldId="401"/>
            <ac:spMk id="2" creationId="{D1CE0110-32F2-03B2-198B-2EEEB8C8B57D}"/>
          </ac:spMkLst>
        </pc:spChg>
        <pc:spChg chg="mod">
          <ac:chgData name="Lindeman, Mark A (US 365H)" userId="3688c61a-c847-421f-97e7-31f196fb4491" providerId="ADAL" clId="{216A9E4E-1227-49C0-8A78-42279DBF0FD8}" dt="2026-05-05T21:02:49.925" v="24339" actId="313"/>
          <ac:spMkLst>
            <pc:docMk/>
            <pc:sldMk cId="3735127974" sldId="401"/>
            <ac:spMk id="3" creationId="{46171617-4CB0-E40B-79FA-F87031D0A86A}"/>
          </ac:spMkLst>
        </pc:spChg>
        <pc:spChg chg="add mod">
          <ac:chgData name="Lindeman, Mark A (US 365H)" userId="3688c61a-c847-421f-97e7-31f196fb4491" providerId="ADAL" clId="{216A9E4E-1227-49C0-8A78-42279DBF0FD8}" dt="2026-04-29T20:03:06.173" v="20623" actId="14100"/>
          <ac:spMkLst>
            <pc:docMk/>
            <pc:sldMk cId="3735127974" sldId="401"/>
            <ac:spMk id="6" creationId="{9E48C76E-2698-A2D8-0523-EB38CC56F5B2}"/>
          </ac:spMkLst>
        </pc:spChg>
        <pc:spChg chg="add mod">
          <ac:chgData name="Lindeman, Mark A (US 365H)" userId="3688c61a-c847-421f-97e7-31f196fb4491" providerId="ADAL" clId="{216A9E4E-1227-49C0-8A78-42279DBF0FD8}" dt="2026-04-29T20:04:38.428" v="20634" actId="1076"/>
          <ac:spMkLst>
            <pc:docMk/>
            <pc:sldMk cId="3735127974" sldId="401"/>
            <ac:spMk id="9" creationId="{4569F642-C0B0-71FA-B501-E2E42F6C0295}"/>
          </ac:spMkLst>
        </pc:spChg>
        <pc:spChg chg="add mod">
          <ac:chgData name="Lindeman, Mark A (US 365H)" userId="3688c61a-c847-421f-97e7-31f196fb4491" providerId="ADAL" clId="{216A9E4E-1227-49C0-8A78-42279DBF0FD8}" dt="2026-04-28T23:19:37.408" v="15046" actId="1076"/>
          <ac:spMkLst>
            <pc:docMk/>
            <pc:sldMk cId="3735127974" sldId="401"/>
            <ac:spMk id="17" creationId="{BE6823D3-F6E0-5CAB-1B3C-3B2F6A551173}"/>
          </ac:spMkLst>
        </pc:spChg>
        <pc:spChg chg="add mod">
          <ac:chgData name="Lindeman, Mark A (US 365H)" userId="3688c61a-c847-421f-97e7-31f196fb4491" providerId="ADAL" clId="{216A9E4E-1227-49C0-8A78-42279DBF0FD8}" dt="2026-04-28T23:20:06.935" v="15094" actId="20577"/>
          <ac:spMkLst>
            <pc:docMk/>
            <pc:sldMk cId="3735127974" sldId="401"/>
            <ac:spMk id="18" creationId="{D064E039-C03B-B42C-A246-A65EEE774A46}"/>
          </ac:spMkLst>
        </pc:spChg>
        <pc:picChg chg="add mod">
          <ac:chgData name="Lindeman, Mark A (US 365H)" userId="3688c61a-c847-421f-97e7-31f196fb4491" providerId="ADAL" clId="{216A9E4E-1227-49C0-8A78-42279DBF0FD8}" dt="2026-04-29T19:07:57.990" v="17603" actId="208"/>
          <ac:picMkLst>
            <pc:docMk/>
            <pc:sldMk cId="3735127974" sldId="401"/>
            <ac:picMk id="7" creationId="{4212EF03-1317-60FF-C391-004174C41D3F}"/>
          </ac:picMkLst>
        </pc:picChg>
      </pc:sldChg>
      <pc:sldChg chg="addSp delSp modSp add mod">
        <pc:chgData name="Lindeman, Mark A (US 365H)" userId="3688c61a-c847-421f-97e7-31f196fb4491" providerId="ADAL" clId="{216A9E4E-1227-49C0-8A78-42279DBF0FD8}" dt="2026-05-05T21:02:54.703" v="24342" actId="313"/>
        <pc:sldMkLst>
          <pc:docMk/>
          <pc:sldMk cId="134218062" sldId="402"/>
        </pc:sldMkLst>
        <pc:spChg chg="mod">
          <ac:chgData name="Lindeman, Mark A (US 365H)" userId="3688c61a-c847-421f-97e7-31f196fb4491" providerId="ADAL" clId="{216A9E4E-1227-49C0-8A78-42279DBF0FD8}" dt="2026-04-28T23:05:18.699" v="13842" actId="20577"/>
          <ac:spMkLst>
            <pc:docMk/>
            <pc:sldMk cId="134218062" sldId="402"/>
            <ac:spMk id="2" creationId="{6D82D7D0-8BE0-7AEE-313A-ED7F1B21D9F7}"/>
          </ac:spMkLst>
        </pc:spChg>
        <pc:spChg chg="mod">
          <ac:chgData name="Lindeman, Mark A (US 365H)" userId="3688c61a-c847-421f-97e7-31f196fb4491" providerId="ADAL" clId="{216A9E4E-1227-49C0-8A78-42279DBF0FD8}" dt="2026-05-05T21:02:54.703" v="24342" actId="313"/>
          <ac:spMkLst>
            <pc:docMk/>
            <pc:sldMk cId="134218062" sldId="402"/>
            <ac:spMk id="3" creationId="{8D77DFEB-59B3-11FD-F8D9-8AB26E3D276B}"/>
          </ac:spMkLst>
        </pc:spChg>
        <pc:picChg chg="add mod modCrop">
          <ac:chgData name="Lindeman, Mark A (US 365H)" userId="3688c61a-c847-421f-97e7-31f196fb4491" providerId="ADAL" clId="{216A9E4E-1227-49C0-8A78-42279DBF0FD8}" dt="2026-04-28T23:13:17.378" v="14771" actId="732"/>
          <ac:picMkLst>
            <pc:docMk/>
            <pc:sldMk cId="134218062" sldId="402"/>
            <ac:picMk id="5" creationId="{E0AECEEF-8134-887D-0A69-44B97AF73427}"/>
          </ac:picMkLst>
        </pc:picChg>
      </pc:sldChg>
      <pc:sldChg chg="addSp modSp add del mod">
        <pc:chgData name="Lindeman, Mark A (US 365H)" userId="3688c61a-c847-421f-97e7-31f196fb4491" providerId="ADAL" clId="{216A9E4E-1227-49C0-8A78-42279DBF0FD8}" dt="2026-04-29T19:58:19.164" v="20477" actId="20577"/>
        <pc:sldMkLst>
          <pc:docMk/>
          <pc:sldMk cId="2764535810" sldId="403"/>
        </pc:sldMkLst>
        <pc:spChg chg="mod">
          <ac:chgData name="Lindeman, Mark A (US 365H)" userId="3688c61a-c847-421f-97e7-31f196fb4491" providerId="ADAL" clId="{216A9E4E-1227-49C0-8A78-42279DBF0FD8}" dt="2026-04-29T19:58:19.164" v="20477" actId="20577"/>
          <ac:spMkLst>
            <pc:docMk/>
            <pc:sldMk cId="2764535810" sldId="403"/>
            <ac:spMk id="2" creationId="{2032E95E-2087-670E-324A-8706B330E7A2}"/>
          </ac:spMkLst>
        </pc:spChg>
      </pc:sldChg>
      <pc:sldChg chg="addSp delSp modSp new mod">
        <pc:chgData name="Lindeman, Mark A (US 365H)" userId="3688c61a-c847-421f-97e7-31f196fb4491" providerId="ADAL" clId="{216A9E4E-1227-49C0-8A78-42279DBF0FD8}" dt="2026-04-29T21:15:56.625" v="22398" actId="5793"/>
        <pc:sldMkLst>
          <pc:docMk/>
          <pc:sldMk cId="1236795404" sldId="404"/>
        </pc:sldMkLst>
        <pc:spChg chg="mod">
          <ac:chgData name="Lindeman, Mark A (US 365H)" userId="3688c61a-c847-421f-97e7-31f196fb4491" providerId="ADAL" clId="{216A9E4E-1227-49C0-8A78-42279DBF0FD8}" dt="2026-04-29T16:05:13.208" v="15386" actId="20577"/>
          <ac:spMkLst>
            <pc:docMk/>
            <pc:sldMk cId="1236795404" sldId="404"/>
            <ac:spMk id="2" creationId="{F626FE3D-F5C7-BAC4-5DFA-533F54BA628C}"/>
          </ac:spMkLst>
        </pc:spChg>
        <pc:spChg chg="add del mod">
          <ac:chgData name="Lindeman, Mark A (US 365H)" userId="3688c61a-c847-421f-97e7-31f196fb4491" providerId="ADAL" clId="{216A9E4E-1227-49C0-8A78-42279DBF0FD8}" dt="2026-04-29T21:15:56.625" v="22398" actId="5793"/>
          <ac:spMkLst>
            <pc:docMk/>
            <pc:sldMk cId="1236795404" sldId="404"/>
            <ac:spMk id="3" creationId="{69D5FDD2-0096-BEDA-293E-DB603EC2CB19}"/>
          </ac:spMkLst>
        </pc:spChg>
        <pc:spChg chg="mod">
          <ac:chgData name="Lindeman, Mark A (US 365H)" userId="3688c61a-c847-421f-97e7-31f196fb4491" providerId="ADAL" clId="{216A9E4E-1227-49C0-8A78-42279DBF0FD8}" dt="2026-04-29T16:25:00.625" v="16157" actId="1076"/>
          <ac:spMkLst>
            <pc:docMk/>
            <pc:sldMk cId="1236795404" sldId="404"/>
            <ac:spMk id="4" creationId="{C087362C-9141-E926-D207-89FDDCA61BBA}"/>
          </ac:spMkLst>
        </pc:spChg>
        <pc:spChg chg="add mod">
          <ac:chgData name="Lindeman, Mark A (US 365H)" userId="3688c61a-c847-421f-97e7-31f196fb4491" providerId="ADAL" clId="{216A9E4E-1227-49C0-8A78-42279DBF0FD8}" dt="2026-04-29T16:25:10.974" v="16158" actId="164"/>
          <ac:spMkLst>
            <pc:docMk/>
            <pc:sldMk cId="1236795404" sldId="404"/>
            <ac:spMk id="18" creationId="{8DB8C78F-BE48-A0C5-982D-AB17727FA86F}"/>
          </ac:spMkLst>
        </pc:spChg>
        <pc:spChg chg="add mod">
          <ac:chgData name="Lindeman, Mark A (US 365H)" userId="3688c61a-c847-421f-97e7-31f196fb4491" providerId="ADAL" clId="{216A9E4E-1227-49C0-8A78-42279DBF0FD8}" dt="2026-04-29T16:25:10.974" v="16158" actId="164"/>
          <ac:spMkLst>
            <pc:docMk/>
            <pc:sldMk cId="1236795404" sldId="404"/>
            <ac:spMk id="20" creationId="{74B6F2E1-D0A9-C9FF-A0DD-70F969FBB06E}"/>
          </ac:spMkLst>
        </pc:spChg>
        <pc:grpChg chg="add mod">
          <ac:chgData name="Lindeman, Mark A (US 365H)" userId="3688c61a-c847-421f-97e7-31f196fb4491" providerId="ADAL" clId="{216A9E4E-1227-49C0-8A78-42279DBF0FD8}" dt="2026-04-29T16:25:14.862" v="16159" actId="1076"/>
          <ac:grpSpMkLst>
            <pc:docMk/>
            <pc:sldMk cId="1236795404" sldId="404"/>
            <ac:grpSpMk id="21" creationId="{31768060-1B00-75A3-2390-EF70E1A88A64}"/>
          </ac:grpSpMkLst>
        </pc:grpChg>
        <pc:graphicFrameChg chg="add mod">
          <ac:chgData name="Lindeman, Mark A (US 365H)" userId="3688c61a-c847-421f-97e7-31f196fb4491" providerId="ADAL" clId="{216A9E4E-1227-49C0-8A78-42279DBF0FD8}" dt="2026-04-29T21:15:16.384" v="22386" actId="1076"/>
          <ac:graphicFrameMkLst>
            <pc:docMk/>
            <pc:sldMk cId="1236795404" sldId="404"/>
            <ac:graphicFrameMk id="7" creationId="{370896B7-6B15-0056-D77B-309EFB4D8C05}"/>
          </ac:graphicFrameMkLst>
        </pc:graphicFrameChg>
        <pc:picChg chg="add mod modCrop">
          <ac:chgData name="Lindeman, Mark A (US 365H)" userId="3688c61a-c847-421f-97e7-31f196fb4491" providerId="ADAL" clId="{216A9E4E-1227-49C0-8A78-42279DBF0FD8}" dt="2026-04-29T16:25:10.974" v="16158" actId="164"/>
          <ac:picMkLst>
            <pc:docMk/>
            <pc:sldMk cId="1236795404" sldId="404"/>
            <ac:picMk id="17" creationId="{4E71BF9D-3E68-A7F4-02D0-1AD7E1D55F0E}"/>
          </ac:picMkLst>
        </pc:picChg>
      </pc:sldChg>
      <pc:sldChg chg="modSp new mod">
        <pc:chgData name="Lindeman, Mark A (US 365H)" userId="3688c61a-c847-421f-97e7-31f196fb4491" providerId="ADAL" clId="{216A9E4E-1227-49C0-8A78-42279DBF0FD8}" dt="2026-04-29T22:32:35.884" v="23825" actId="20577"/>
        <pc:sldMkLst>
          <pc:docMk/>
          <pc:sldMk cId="1878785923" sldId="405"/>
        </pc:sldMkLst>
        <pc:spChg chg="mod">
          <ac:chgData name="Lindeman, Mark A (US 365H)" userId="3688c61a-c847-421f-97e7-31f196fb4491" providerId="ADAL" clId="{216A9E4E-1227-49C0-8A78-42279DBF0FD8}" dt="2026-04-29T16:26:10.641" v="16171" actId="20577"/>
          <ac:spMkLst>
            <pc:docMk/>
            <pc:sldMk cId="1878785923" sldId="405"/>
            <ac:spMk id="2" creationId="{0B293D12-7FAE-FD2A-DFF8-5F588E6FE4CE}"/>
          </ac:spMkLst>
        </pc:spChg>
        <pc:spChg chg="mod">
          <ac:chgData name="Lindeman, Mark A (US 365H)" userId="3688c61a-c847-421f-97e7-31f196fb4491" providerId="ADAL" clId="{216A9E4E-1227-49C0-8A78-42279DBF0FD8}" dt="2026-04-29T22:32:35.884" v="23825" actId="20577"/>
          <ac:spMkLst>
            <pc:docMk/>
            <pc:sldMk cId="1878785923" sldId="405"/>
            <ac:spMk id="3" creationId="{87461F7F-6477-3796-A989-B3717206EB52}"/>
          </ac:spMkLst>
        </pc:spChg>
      </pc:sldChg>
      <pc:sldChg chg="addSp delSp modSp new mod">
        <pc:chgData name="Lindeman, Mark A (US 365H)" userId="3688c61a-c847-421f-97e7-31f196fb4491" providerId="ADAL" clId="{216A9E4E-1227-49C0-8A78-42279DBF0FD8}" dt="2026-05-05T21:17:38.069" v="24366" actId="313"/>
        <pc:sldMkLst>
          <pc:docMk/>
          <pc:sldMk cId="3545781885" sldId="406"/>
        </pc:sldMkLst>
        <pc:spChg chg="mod">
          <ac:chgData name="Lindeman, Mark A (US 365H)" userId="3688c61a-c847-421f-97e7-31f196fb4491" providerId="ADAL" clId="{216A9E4E-1227-49C0-8A78-42279DBF0FD8}" dt="2026-05-05T21:17:38.069" v="24366" actId="313"/>
          <ac:spMkLst>
            <pc:docMk/>
            <pc:sldMk cId="3545781885" sldId="406"/>
            <ac:spMk id="2" creationId="{FADB32CC-54CD-4100-809E-0BD7D00590D5}"/>
          </ac:spMkLst>
        </pc:spChg>
        <pc:spChg chg="mod">
          <ac:chgData name="Lindeman, Mark A (US 365H)" userId="3688c61a-c847-421f-97e7-31f196fb4491" providerId="ADAL" clId="{216A9E4E-1227-49C0-8A78-42279DBF0FD8}" dt="2026-05-05T21:17:12.507" v="24356" actId="20577"/>
          <ac:spMkLst>
            <pc:docMk/>
            <pc:sldMk cId="3545781885" sldId="406"/>
            <ac:spMk id="3" creationId="{46A21D07-5AD2-4B56-34E7-B4A997288DB4}"/>
          </ac:spMkLst>
        </pc:spChg>
        <pc:picChg chg="add del mod">
          <ac:chgData name="Lindeman, Mark A (US 365H)" userId="3688c61a-c847-421f-97e7-31f196fb4491" providerId="ADAL" clId="{216A9E4E-1227-49C0-8A78-42279DBF0FD8}" dt="2026-05-05T21:17:30.670" v="24364" actId="478"/>
          <ac:picMkLst>
            <pc:docMk/>
            <pc:sldMk cId="3545781885" sldId="406"/>
            <ac:picMk id="6" creationId="{3A7AE54B-F720-B4B4-B2C8-53DAABB48DEA}"/>
          </ac:picMkLst>
        </pc:picChg>
        <pc:picChg chg="add del mod">
          <ac:chgData name="Lindeman, Mark A (US 365H)" userId="3688c61a-c847-421f-97e7-31f196fb4491" providerId="ADAL" clId="{216A9E4E-1227-49C0-8A78-42279DBF0FD8}" dt="2026-05-05T21:17:25.858" v="24362" actId="22"/>
          <ac:picMkLst>
            <pc:docMk/>
            <pc:sldMk cId="3545781885" sldId="406"/>
            <ac:picMk id="7" creationId="{EB9FE8C8-7F50-F484-52F5-59880DB7B998}"/>
          </ac:picMkLst>
        </pc:picChg>
        <pc:picChg chg="add del mod">
          <ac:chgData name="Lindeman, Mark A (US 365H)" userId="3688c61a-c847-421f-97e7-31f196fb4491" providerId="ADAL" clId="{216A9E4E-1227-49C0-8A78-42279DBF0FD8}" dt="2026-05-05T21:17:29.046" v="24363" actId="478"/>
          <ac:picMkLst>
            <pc:docMk/>
            <pc:sldMk cId="3545781885" sldId="406"/>
            <ac:picMk id="8" creationId="{71D0A6CD-F0AC-9B18-AA88-B1BC10814109}"/>
          </ac:picMkLst>
        </pc:picChg>
      </pc:sldChg>
      <pc:sldChg chg="addSp delSp modSp new mod ord">
        <pc:chgData name="Lindeman, Mark A (US 365H)" userId="3688c61a-c847-421f-97e7-31f196fb4491" providerId="ADAL" clId="{216A9E4E-1227-49C0-8A78-42279DBF0FD8}" dt="2026-05-05T21:02:52.528" v="24340" actId="313"/>
        <pc:sldMkLst>
          <pc:docMk/>
          <pc:sldMk cId="570101814" sldId="407"/>
        </pc:sldMkLst>
        <pc:spChg chg="mod">
          <ac:chgData name="Lindeman, Mark A (US 365H)" userId="3688c61a-c847-421f-97e7-31f196fb4491" providerId="ADAL" clId="{216A9E4E-1227-49C0-8A78-42279DBF0FD8}" dt="2026-04-29T20:39:20.631" v="21609" actId="20577"/>
          <ac:spMkLst>
            <pc:docMk/>
            <pc:sldMk cId="570101814" sldId="407"/>
            <ac:spMk id="2" creationId="{AD37D103-3BE2-59F5-E18C-C9583789EBAD}"/>
          </ac:spMkLst>
        </pc:spChg>
        <pc:spChg chg="mod">
          <ac:chgData name="Lindeman, Mark A (US 365H)" userId="3688c61a-c847-421f-97e7-31f196fb4491" providerId="ADAL" clId="{216A9E4E-1227-49C0-8A78-42279DBF0FD8}" dt="2026-05-05T21:02:52.528" v="24340" actId="313"/>
          <ac:spMkLst>
            <pc:docMk/>
            <pc:sldMk cId="570101814" sldId="407"/>
            <ac:spMk id="3" creationId="{5E9F5A22-21E3-8483-C79E-F593CD3D8F08}"/>
          </ac:spMkLst>
        </pc:spChg>
        <pc:spChg chg="add mod">
          <ac:chgData name="Lindeman, Mark A (US 365H)" userId="3688c61a-c847-421f-97e7-31f196fb4491" providerId="ADAL" clId="{216A9E4E-1227-49C0-8A78-42279DBF0FD8}" dt="2026-04-29T21:08:19.178" v="22315" actId="20577"/>
          <ac:spMkLst>
            <pc:docMk/>
            <pc:sldMk cId="570101814" sldId="407"/>
            <ac:spMk id="11" creationId="{A51A93B7-7BF0-C5AB-DBC0-073A374339FA}"/>
          </ac:spMkLst>
        </pc:spChg>
        <pc:spChg chg="add mod">
          <ac:chgData name="Lindeman, Mark A (US 365H)" userId="3688c61a-c847-421f-97e7-31f196fb4491" providerId="ADAL" clId="{216A9E4E-1227-49C0-8A78-42279DBF0FD8}" dt="2026-04-29T20:43:42.856" v="21645" actId="20577"/>
          <ac:spMkLst>
            <pc:docMk/>
            <pc:sldMk cId="570101814" sldId="407"/>
            <ac:spMk id="12" creationId="{8E308305-28DF-7D40-38BC-E62D46BE5839}"/>
          </ac:spMkLst>
        </pc:spChg>
        <pc:spChg chg="add mod">
          <ac:chgData name="Lindeman, Mark A (US 365H)" userId="3688c61a-c847-421f-97e7-31f196fb4491" providerId="ADAL" clId="{216A9E4E-1227-49C0-8A78-42279DBF0FD8}" dt="2026-04-29T20:47:25.076" v="21834" actId="2085"/>
          <ac:spMkLst>
            <pc:docMk/>
            <pc:sldMk cId="570101814" sldId="407"/>
            <ac:spMk id="19" creationId="{1BE0FEF6-0F4B-D6E5-77E7-B38430B64504}"/>
          </ac:spMkLst>
        </pc:spChg>
        <pc:spChg chg="add mod">
          <ac:chgData name="Lindeman, Mark A (US 365H)" userId="3688c61a-c847-421f-97e7-31f196fb4491" providerId="ADAL" clId="{216A9E4E-1227-49C0-8A78-42279DBF0FD8}" dt="2026-04-29T20:47:12.910" v="21832" actId="207"/>
          <ac:spMkLst>
            <pc:docMk/>
            <pc:sldMk cId="570101814" sldId="407"/>
            <ac:spMk id="21" creationId="{81052AF6-1E7E-3916-9261-0A22ACC20B86}"/>
          </ac:spMkLst>
        </pc:spChg>
        <pc:picChg chg="add mod">
          <ac:chgData name="Lindeman, Mark A (US 365H)" userId="3688c61a-c847-421f-97e7-31f196fb4491" providerId="ADAL" clId="{216A9E4E-1227-49C0-8A78-42279DBF0FD8}" dt="2026-04-29T20:25:16.589" v="21060" actId="1076"/>
          <ac:picMkLst>
            <pc:docMk/>
            <pc:sldMk cId="570101814" sldId="407"/>
            <ac:picMk id="18" creationId="{42E36740-ACFE-E4F3-F6C7-339A47C5174F}"/>
          </ac:picMkLst>
        </pc:picChg>
        <pc:picChg chg="add mod">
          <ac:chgData name="Lindeman, Mark A (US 365H)" userId="3688c61a-c847-421f-97e7-31f196fb4491" providerId="ADAL" clId="{216A9E4E-1227-49C0-8A78-42279DBF0FD8}" dt="2026-04-29T21:08:16.092" v="22314" actId="14100"/>
          <ac:picMkLst>
            <pc:docMk/>
            <pc:sldMk cId="570101814" sldId="407"/>
            <ac:picMk id="23" creationId="{093BD533-8E71-C52E-7DA7-CC823875AECB}"/>
          </ac:picMkLst>
        </pc:picChg>
      </pc:sldChg>
      <pc:sldChg chg="modSp add mod">
        <pc:chgData name="Lindeman, Mark A (US 365H)" userId="3688c61a-c847-421f-97e7-31f196fb4491" providerId="ADAL" clId="{216A9E4E-1227-49C0-8A78-42279DBF0FD8}" dt="2026-04-29T21:18:45.109" v="22409" actId="20577"/>
        <pc:sldMkLst>
          <pc:docMk/>
          <pc:sldMk cId="3647929326" sldId="408"/>
        </pc:sldMkLst>
        <pc:spChg chg="mod">
          <ac:chgData name="Lindeman, Mark A (US 365H)" userId="3688c61a-c847-421f-97e7-31f196fb4491" providerId="ADAL" clId="{216A9E4E-1227-49C0-8A78-42279DBF0FD8}" dt="2026-04-29T19:41:29.794" v="19763" actId="20577"/>
          <ac:spMkLst>
            <pc:docMk/>
            <pc:sldMk cId="3647929326" sldId="408"/>
            <ac:spMk id="2" creationId="{3A98D970-FE96-81DE-521F-9A7EC18D286C}"/>
          </ac:spMkLst>
        </pc:spChg>
        <pc:spChg chg="mod">
          <ac:chgData name="Lindeman, Mark A (US 365H)" userId="3688c61a-c847-421f-97e7-31f196fb4491" providerId="ADAL" clId="{216A9E4E-1227-49C0-8A78-42279DBF0FD8}" dt="2026-04-29T21:18:45.109" v="22409" actId="20577"/>
          <ac:spMkLst>
            <pc:docMk/>
            <pc:sldMk cId="3647929326" sldId="408"/>
            <ac:spMk id="3" creationId="{8E597C0B-335C-6BB5-80B0-E6B0C004B29F}"/>
          </ac:spMkLst>
        </pc:spChg>
      </pc:sldChg>
      <pc:sldChg chg="delSp modSp new mod">
        <pc:chgData name="Lindeman, Mark A (US 365H)" userId="3688c61a-c847-421f-97e7-31f196fb4491" providerId="ADAL" clId="{216A9E4E-1227-49C0-8A78-42279DBF0FD8}" dt="2026-05-05T20:55:44.779" v="24323"/>
        <pc:sldMkLst>
          <pc:docMk/>
          <pc:sldMk cId="2317276332" sldId="409"/>
        </pc:sldMkLst>
        <pc:spChg chg="mod">
          <ac:chgData name="Lindeman, Mark A (US 365H)" userId="3688c61a-c847-421f-97e7-31f196fb4491" providerId="ADAL" clId="{216A9E4E-1227-49C0-8A78-42279DBF0FD8}" dt="2026-05-05T20:55:44.779" v="24323"/>
          <ac:spMkLst>
            <pc:docMk/>
            <pc:sldMk cId="2317276332" sldId="409"/>
            <ac:spMk id="3" creationId="{A0C2565A-B928-9421-B2D6-E657CD7CC7BB}"/>
          </ac:spMkLst>
        </pc:spChg>
      </pc:sldChg>
      <pc:sldChg chg="addSp delSp modSp new mod ord">
        <pc:chgData name="Lindeman, Mark A (US 365H)" userId="3688c61a-c847-421f-97e7-31f196fb4491" providerId="ADAL" clId="{216A9E4E-1227-49C0-8A78-42279DBF0FD8}" dt="2026-04-29T19:58:38.432" v="20480"/>
        <pc:sldMkLst>
          <pc:docMk/>
          <pc:sldMk cId="3074383904" sldId="411"/>
        </pc:sldMkLst>
        <pc:spChg chg="mod">
          <ac:chgData name="Lindeman, Mark A (US 365H)" userId="3688c61a-c847-421f-97e7-31f196fb4491" providerId="ADAL" clId="{216A9E4E-1227-49C0-8A78-42279DBF0FD8}" dt="2026-04-29T19:57:06.816" v="20431" actId="313"/>
          <ac:spMkLst>
            <pc:docMk/>
            <pc:sldMk cId="3074383904" sldId="411"/>
            <ac:spMk id="2" creationId="{6394F21D-3BE2-D3AD-EB7E-298391BB79CD}"/>
          </ac:spMkLst>
        </pc:spChg>
        <pc:spChg chg="add del mod">
          <ac:chgData name="Lindeman, Mark A (US 365H)" userId="3688c61a-c847-421f-97e7-31f196fb4491" providerId="ADAL" clId="{216A9E4E-1227-49C0-8A78-42279DBF0FD8}" dt="2026-04-29T19:58:20.138" v="20478" actId="313"/>
          <ac:spMkLst>
            <pc:docMk/>
            <pc:sldMk cId="3074383904" sldId="411"/>
            <ac:spMk id="3" creationId="{343A5FEA-2497-14E2-6BF1-8A62DEB763E6}"/>
          </ac:spMkLst>
        </pc:spChg>
        <pc:graphicFrameChg chg="add mod">
          <ac:chgData name="Lindeman, Mark A (US 365H)" userId="3688c61a-c847-421f-97e7-31f196fb4491" providerId="ADAL" clId="{216A9E4E-1227-49C0-8A78-42279DBF0FD8}" dt="2026-04-29T19:52:57.318" v="20163" actId="1076"/>
          <ac:graphicFrameMkLst>
            <pc:docMk/>
            <pc:sldMk cId="3074383904" sldId="411"/>
            <ac:graphicFrameMk id="13" creationId="{384D3997-97AE-1451-85AE-6C24AE644E16}"/>
          </ac:graphicFrameMkLst>
        </pc:graphicFrameChg>
      </pc:sldChg>
      <pc:sldChg chg="addSp delSp modSp add mod">
        <pc:chgData name="Lindeman, Mark A (US 365H)" userId="3688c61a-c847-421f-97e7-31f196fb4491" providerId="ADAL" clId="{216A9E4E-1227-49C0-8A78-42279DBF0FD8}" dt="2026-04-29T21:12:35.806" v="22351" actId="20577"/>
        <pc:sldMkLst>
          <pc:docMk/>
          <pc:sldMk cId="4058877307" sldId="413"/>
        </pc:sldMkLst>
        <pc:spChg chg="mod">
          <ac:chgData name="Lindeman, Mark A (US 365H)" userId="3688c61a-c847-421f-97e7-31f196fb4491" providerId="ADAL" clId="{216A9E4E-1227-49C0-8A78-42279DBF0FD8}" dt="2026-04-29T20:20:59.189" v="21000" actId="20577"/>
          <ac:spMkLst>
            <pc:docMk/>
            <pc:sldMk cId="4058877307" sldId="413"/>
            <ac:spMk id="2" creationId="{0B1C5237-74FD-9EE0-B52C-800DF00EB69E}"/>
          </ac:spMkLst>
        </pc:spChg>
        <pc:spChg chg="mod">
          <ac:chgData name="Lindeman, Mark A (US 365H)" userId="3688c61a-c847-421f-97e7-31f196fb4491" providerId="ADAL" clId="{216A9E4E-1227-49C0-8A78-42279DBF0FD8}" dt="2026-04-29T21:12:35.806" v="22351" actId="20577"/>
          <ac:spMkLst>
            <pc:docMk/>
            <pc:sldMk cId="4058877307" sldId="413"/>
            <ac:spMk id="3" creationId="{9F987709-D337-754E-42C0-E26B10A44BF4}"/>
          </ac:spMkLst>
        </pc:spChg>
        <pc:spChg chg="mod">
          <ac:chgData name="Lindeman, Mark A (US 365H)" userId="3688c61a-c847-421f-97e7-31f196fb4491" providerId="ADAL" clId="{216A9E4E-1227-49C0-8A78-42279DBF0FD8}" dt="2026-04-29T20:57:32.255" v="22109" actId="20577"/>
          <ac:spMkLst>
            <pc:docMk/>
            <pc:sldMk cId="4058877307" sldId="413"/>
            <ac:spMk id="11" creationId="{027E1952-5A07-254A-3B9E-6BFBC1191418}"/>
          </ac:spMkLst>
        </pc:spChg>
        <pc:spChg chg="add del mod">
          <ac:chgData name="Lindeman, Mark A (US 365H)" userId="3688c61a-c847-421f-97e7-31f196fb4491" providerId="ADAL" clId="{216A9E4E-1227-49C0-8A78-42279DBF0FD8}" dt="2026-04-29T20:57:15.553" v="22104" actId="20577"/>
          <ac:spMkLst>
            <pc:docMk/>
            <pc:sldMk cId="4058877307" sldId="413"/>
            <ac:spMk id="13" creationId="{06FD3EC1-274F-2EAE-65D9-A606C01B3D75}"/>
          </ac:spMkLst>
        </pc:spChg>
        <pc:picChg chg="add mod">
          <ac:chgData name="Lindeman, Mark A (US 365H)" userId="3688c61a-c847-421f-97e7-31f196fb4491" providerId="ADAL" clId="{216A9E4E-1227-49C0-8A78-42279DBF0FD8}" dt="2026-04-29T20:54:29.620" v="21967" actId="1076"/>
          <ac:picMkLst>
            <pc:docMk/>
            <pc:sldMk cId="4058877307" sldId="413"/>
            <ac:picMk id="18" creationId="{259BE967-CC93-5428-FE40-8BA59661DF39}"/>
          </ac:picMkLst>
        </pc:picChg>
        <pc:picChg chg="add mod">
          <ac:chgData name="Lindeman, Mark A (US 365H)" userId="3688c61a-c847-421f-97e7-31f196fb4491" providerId="ADAL" clId="{216A9E4E-1227-49C0-8A78-42279DBF0FD8}" dt="2026-04-29T20:55:00.593" v="21971" actId="1076"/>
          <ac:picMkLst>
            <pc:docMk/>
            <pc:sldMk cId="4058877307" sldId="413"/>
            <ac:picMk id="20" creationId="{FAAF5E06-840A-E78D-A7BB-29A541B1526D}"/>
          </ac:picMkLst>
        </pc:picChg>
      </pc:sldChg>
      <pc:sldChg chg="addSp delSp modSp add mod ord">
        <pc:chgData name="Lindeman, Mark A (US 365H)" userId="3688c61a-c847-421f-97e7-31f196fb4491" providerId="ADAL" clId="{216A9E4E-1227-49C0-8A78-42279DBF0FD8}" dt="2026-04-29T21:10:04.459" v="22329" actId="14100"/>
        <pc:sldMkLst>
          <pc:docMk/>
          <pc:sldMk cId="3664194573" sldId="414"/>
        </pc:sldMkLst>
        <pc:spChg chg="mod">
          <ac:chgData name="Lindeman, Mark A (US 365H)" userId="3688c61a-c847-421f-97e7-31f196fb4491" providerId="ADAL" clId="{216A9E4E-1227-49C0-8A78-42279DBF0FD8}" dt="2026-04-29T20:28:52.685" v="21076" actId="20577"/>
          <ac:spMkLst>
            <pc:docMk/>
            <pc:sldMk cId="3664194573" sldId="414"/>
            <ac:spMk id="2" creationId="{441761AC-007C-7CB0-7439-6FBC64599F0C}"/>
          </ac:spMkLst>
        </pc:spChg>
        <pc:spChg chg="mod">
          <ac:chgData name="Lindeman, Mark A (US 365H)" userId="3688c61a-c847-421f-97e7-31f196fb4491" providerId="ADAL" clId="{216A9E4E-1227-49C0-8A78-42279DBF0FD8}" dt="2026-04-29T21:09:06.637" v="22320" actId="20577"/>
          <ac:spMkLst>
            <pc:docMk/>
            <pc:sldMk cId="3664194573" sldId="414"/>
            <ac:spMk id="3" creationId="{1C8B021B-7646-C962-1C63-EF97C92C773F}"/>
          </ac:spMkLst>
        </pc:spChg>
        <pc:spChg chg="mod">
          <ac:chgData name="Lindeman, Mark A (US 365H)" userId="3688c61a-c847-421f-97e7-31f196fb4491" providerId="ADAL" clId="{216A9E4E-1227-49C0-8A78-42279DBF0FD8}" dt="2026-04-29T21:09:00.171" v="22318" actId="20577"/>
          <ac:spMkLst>
            <pc:docMk/>
            <pc:sldMk cId="3664194573" sldId="414"/>
            <ac:spMk id="11" creationId="{7C7D6DAA-82C8-2520-9785-96D29B293C84}"/>
          </ac:spMkLst>
        </pc:spChg>
        <pc:spChg chg="mod">
          <ac:chgData name="Lindeman, Mark A (US 365H)" userId="3688c61a-c847-421f-97e7-31f196fb4491" providerId="ADAL" clId="{216A9E4E-1227-49C0-8A78-42279DBF0FD8}" dt="2026-04-29T20:43:51.934" v="21653" actId="20577"/>
          <ac:spMkLst>
            <pc:docMk/>
            <pc:sldMk cId="3664194573" sldId="414"/>
            <ac:spMk id="12" creationId="{85E0EE75-6022-2F9B-5F9D-FD157B4AA4A6}"/>
          </ac:spMkLst>
        </pc:spChg>
        <pc:spChg chg="add mod">
          <ac:chgData name="Lindeman, Mark A (US 365H)" userId="3688c61a-c847-421f-97e7-31f196fb4491" providerId="ADAL" clId="{216A9E4E-1227-49C0-8A78-42279DBF0FD8}" dt="2026-04-29T20:47:39.389" v="21836" actId="1076"/>
          <ac:spMkLst>
            <pc:docMk/>
            <pc:sldMk cId="3664194573" sldId="414"/>
            <ac:spMk id="13" creationId="{0CE356C1-DE7C-4922-386F-C7D0E6617188}"/>
          </ac:spMkLst>
        </pc:spChg>
        <pc:spChg chg="add mod">
          <ac:chgData name="Lindeman, Mark A (US 365H)" userId="3688c61a-c847-421f-97e7-31f196fb4491" providerId="ADAL" clId="{216A9E4E-1227-49C0-8A78-42279DBF0FD8}" dt="2026-04-29T20:47:39.389" v="21836" actId="1076"/>
          <ac:spMkLst>
            <pc:docMk/>
            <pc:sldMk cId="3664194573" sldId="414"/>
            <ac:spMk id="14" creationId="{378AA497-AD5A-5FEB-0BCB-4CF7F3766C81}"/>
          </ac:spMkLst>
        </pc:spChg>
        <pc:picChg chg="add mod">
          <ac:chgData name="Lindeman, Mark A (US 365H)" userId="3688c61a-c847-421f-97e7-31f196fb4491" providerId="ADAL" clId="{216A9E4E-1227-49C0-8A78-42279DBF0FD8}" dt="2026-04-29T20:41:07.369" v="21627" actId="14100"/>
          <ac:picMkLst>
            <pc:docMk/>
            <pc:sldMk cId="3664194573" sldId="414"/>
            <ac:picMk id="10" creationId="{0074876C-6245-0813-66AB-2F51C5D300D1}"/>
          </ac:picMkLst>
        </pc:picChg>
        <pc:picChg chg="add mod ord">
          <ac:chgData name="Lindeman, Mark A (US 365H)" userId="3688c61a-c847-421f-97e7-31f196fb4491" providerId="ADAL" clId="{216A9E4E-1227-49C0-8A78-42279DBF0FD8}" dt="2026-04-29T21:10:04.459" v="22329" actId="14100"/>
          <ac:picMkLst>
            <pc:docMk/>
            <pc:sldMk cId="3664194573" sldId="414"/>
            <ac:picMk id="17" creationId="{E4372B27-0378-1590-36DE-230DC9BAE867}"/>
          </ac:picMkLst>
        </pc:picChg>
      </pc:sldChg>
      <pc:sldChg chg="modSp new mod">
        <pc:chgData name="Lindeman, Mark A (US 365H)" userId="3688c61a-c847-421f-97e7-31f196fb4491" providerId="ADAL" clId="{216A9E4E-1227-49C0-8A78-42279DBF0FD8}" dt="2026-04-29T22:52:49.267" v="24321" actId="5793"/>
        <pc:sldMkLst>
          <pc:docMk/>
          <pc:sldMk cId="1206042979" sldId="415"/>
        </pc:sldMkLst>
        <pc:spChg chg="mod">
          <ac:chgData name="Lindeman, Mark A (US 365H)" userId="3688c61a-c847-421f-97e7-31f196fb4491" providerId="ADAL" clId="{216A9E4E-1227-49C0-8A78-42279DBF0FD8}" dt="2026-04-29T22:52:31.411" v="24317" actId="20577"/>
          <ac:spMkLst>
            <pc:docMk/>
            <pc:sldMk cId="1206042979" sldId="415"/>
            <ac:spMk id="2" creationId="{F704F6E4-9E5F-800A-E63B-2120844A3EB4}"/>
          </ac:spMkLst>
        </pc:spChg>
        <pc:spChg chg="mod">
          <ac:chgData name="Lindeman, Mark A (US 365H)" userId="3688c61a-c847-421f-97e7-31f196fb4491" providerId="ADAL" clId="{216A9E4E-1227-49C0-8A78-42279DBF0FD8}" dt="2026-04-29T22:52:49.267" v="24321" actId="5793"/>
          <ac:spMkLst>
            <pc:docMk/>
            <pc:sldMk cId="1206042979" sldId="415"/>
            <ac:spMk id="3" creationId="{9ABD5D33-0BF5-8EB4-0686-EC803D6026F2}"/>
          </ac:spMkLst>
        </pc:spChg>
      </pc:sldChg>
      <pc:sldChg chg="addSp delSp modSp new mod">
        <pc:chgData name="Lindeman, Mark A (US 365H)" userId="3688c61a-c847-421f-97e7-31f196fb4491" providerId="ADAL" clId="{216A9E4E-1227-49C0-8A78-42279DBF0FD8}" dt="2026-05-05T23:25:23.135" v="25128" actId="5793"/>
        <pc:sldMkLst>
          <pc:docMk/>
          <pc:sldMk cId="2006812704" sldId="416"/>
        </pc:sldMkLst>
        <pc:spChg chg="mod">
          <ac:chgData name="Lindeman, Mark A (US 365H)" userId="3688c61a-c847-421f-97e7-31f196fb4491" providerId="ADAL" clId="{216A9E4E-1227-49C0-8A78-42279DBF0FD8}" dt="2026-05-05T21:37:31.315" v="24471" actId="313"/>
          <ac:spMkLst>
            <pc:docMk/>
            <pc:sldMk cId="2006812704" sldId="416"/>
            <ac:spMk id="2" creationId="{1079578C-4EB2-0860-7E53-2BE2891CC75F}"/>
          </ac:spMkLst>
        </pc:spChg>
        <pc:spChg chg="mod">
          <ac:chgData name="Lindeman, Mark A (US 365H)" userId="3688c61a-c847-421f-97e7-31f196fb4491" providerId="ADAL" clId="{216A9E4E-1227-49C0-8A78-42279DBF0FD8}" dt="2026-05-05T23:25:23.135" v="25128" actId="5793"/>
          <ac:spMkLst>
            <pc:docMk/>
            <pc:sldMk cId="2006812704" sldId="416"/>
            <ac:spMk id="3" creationId="{9268E542-7584-DDCE-1249-4198FF0DA233}"/>
          </ac:spMkLst>
        </pc:spChg>
        <pc:picChg chg="add del mod">
          <ac:chgData name="Lindeman, Mark A (US 365H)" userId="3688c61a-c847-421f-97e7-31f196fb4491" providerId="ADAL" clId="{216A9E4E-1227-49C0-8A78-42279DBF0FD8}" dt="2026-05-05T21:34:56.587" v="24467" actId="478"/>
          <ac:picMkLst>
            <pc:docMk/>
            <pc:sldMk cId="2006812704" sldId="416"/>
            <ac:picMk id="6" creationId="{AFA5385B-F956-E7EF-43EB-825209930FC8}"/>
          </ac:picMkLst>
        </pc:picChg>
        <pc:picChg chg="add mod">
          <ac:chgData name="Lindeman, Mark A (US 365H)" userId="3688c61a-c847-421f-97e7-31f196fb4491" providerId="ADAL" clId="{216A9E4E-1227-49C0-8A78-42279DBF0FD8}" dt="2026-05-05T21:56:33.173" v="25031" actId="14100"/>
          <ac:picMkLst>
            <pc:docMk/>
            <pc:sldMk cId="2006812704" sldId="416"/>
            <ac:picMk id="8" creationId="{D9BCEA67-CEE6-61BE-856D-6E8FFB154EEE}"/>
          </ac:picMkLst>
        </pc:picChg>
        <pc:picChg chg="add del mod">
          <ac:chgData name="Lindeman, Mark A (US 365H)" userId="3688c61a-c847-421f-97e7-31f196fb4491" providerId="ADAL" clId="{216A9E4E-1227-49C0-8A78-42279DBF0FD8}" dt="2026-05-05T21:46:50.263" v="24565" actId="478"/>
          <ac:picMkLst>
            <pc:docMk/>
            <pc:sldMk cId="2006812704" sldId="416"/>
            <ac:picMk id="10" creationId="{14975171-3220-B226-532E-00FC82D56971}"/>
          </ac:picMkLst>
        </pc:picChg>
        <pc:picChg chg="add mod">
          <ac:chgData name="Lindeman, Mark A (US 365H)" userId="3688c61a-c847-421f-97e7-31f196fb4491" providerId="ADAL" clId="{216A9E4E-1227-49C0-8A78-42279DBF0FD8}" dt="2026-05-05T21:56:37.589" v="25034" actId="1076"/>
          <ac:picMkLst>
            <pc:docMk/>
            <pc:sldMk cId="2006812704" sldId="416"/>
            <ac:picMk id="12" creationId="{9C977525-C960-64F1-532C-14CCBF521F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1549C36-65E6-4BE9-A624-04ACEE546A7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1411B8A-20AC-4AE7-8D65-A91215DC26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74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11B8A-20AC-4AE7-8D65-A91215DC26E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59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7EFF267-C43B-46C8-9753-973BE85028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954"/>
            <a:ext cx="12191999" cy="68560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ED9390-A06D-4D8A-B25A-783BDF1B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2628" y="2215342"/>
            <a:ext cx="6003175" cy="914400"/>
          </a:xfrm>
        </p:spPr>
        <p:txBody>
          <a:bodyPr>
            <a:noAutofit/>
          </a:bodyPr>
          <a:lstStyle>
            <a:lvl1pPr algn="ctr">
              <a:defRPr sz="3600" b="1">
                <a:solidFill>
                  <a:srgbClr val="873694"/>
                </a:solidFill>
              </a:defRPr>
            </a:lvl1pPr>
          </a:lstStyle>
          <a:p>
            <a:r>
              <a:rPr lang="en-US" dirty="0"/>
              <a:t>PRIMA Detector Peer Review</a:t>
            </a:r>
            <a:br>
              <a:rPr lang="en-US" dirty="0"/>
            </a:br>
            <a:r>
              <a:rPr lang="en-US" dirty="0"/>
              <a:t>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0B411-A77F-31E5-45BE-6A0D18ED8D32}"/>
              </a:ext>
            </a:extLst>
          </p:cNvPr>
          <p:cNvSpPr txBox="1"/>
          <p:nvPr userDrawn="1"/>
        </p:nvSpPr>
        <p:spPr>
          <a:xfrm>
            <a:off x="6522012" y="3728258"/>
            <a:ext cx="3311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Presenters and Contributors</a:t>
            </a:r>
          </a:p>
        </p:txBody>
      </p:sp>
    </p:spTree>
    <p:extLst>
      <p:ext uri="{BB962C8B-B14F-4D97-AF65-F5344CB8AC3E}">
        <p14:creationId xmlns:p14="http://schemas.microsoft.com/office/powerpoint/2010/main" val="259738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A062-50CE-F6C5-8D80-B09DD5CC3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501"/>
          </a:xfrm>
        </p:spPr>
        <p:txBody>
          <a:bodyPr>
            <a:noAutofit/>
          </a:bodyPr>
          <a:lstStyle>
            <a:lvl1pPr>
              <a:defRPr sz="2400">
                <a:solidFill>
                  <a:srgbClr val="8736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26567-9D0C-F4E5-A62C-26A1768D1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10515600" cy="3677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F47E5D-45EC-1706-D1FD-3062846A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37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A5E597-9D1B-8E23-E679-B004B081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C5AD-FC0C-1E63-1B00-169A5FE35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6C5E-6663-9B4B-69E0-11E38EA8B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95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D0B36-9654-119E-615B-88546D11C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95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421CC-4CB2-5A22-BEAD-DCCD4B6A0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95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82661-DEC2-3049-921A-D32C50A327E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4E0F4-83BB-40F8-AFB1-160BFB4AC8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08" y="0"/>
            <a:ext cx="12191995" cy="34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0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1DF6C20-8F6A-49A4-AA13-014FA0A5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460" y="2215342"/>
            <a:ext cx="7522344" cy="914400"/>
          </a:xfrm>
        </p:spPr>
        <p:txBody>
          <a:bodyPr/>
          <a:lstStyle/>
          <a:p>
            <a:r>
              <a:rPr lang="en-US" dirty="0"/>
              <a:t>Drift Model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80872-DAC7-53DA-8F15-5E0267BC527B}"/>
              </a:ext>
            </a:extLst>
          </p:cNvPr>
          <p:cNvSpPr txBox="1"/>
          <p:nvPr/>
        </p:nvSpPr>
        <p:spPr>
          <a:xfrm>
            <a:off x="6522012" y="4128368"/>
            <a:ext cx="273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 Lindeman</a:t>
            </a:r>
          </a:p>
        </p:txBody>
      </p:sp>
    </p:spTree>
    <p:extLst>
      <p:ext uri="{BB962C8B-B14F-4D97-AF65-F5344CB8AC3E}">
        <p14:creationId xmlns:p14="http://schemas.microsoft.com/office/powerpoint/2010/main" val="75616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613F-E8F9-86A2-F76D-C7077013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D7D0-8BE0-7AEE-313A-ED7F1B21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DFEB-59B3-11FD-F8D9-8AB26E3D2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6790267" cy="5378450"/>
          </a:xfrm>
        </p:spPr>
        <p:txBody>
          <a:bodyPr>
            <a:normAutofit fontScale="92500" lnSpcReduction="20000"/>
          </a:bodyPr>
          <a:lstStyle/>
          <a:p>
            <a:r>
              <a:rPr lang="en-US" sz="2300" dirty="0"/>
              <a:t> In this document, we estimate how much drift is acceptable to avoid collisions between resonators</a:t>
            </a:r>
          </a:p>
          <a:p>
            <a:r>
              <a:rPr lang="en-US" sz="2300" dirty="0"/>
              <a:t>We use empirical measurements of the changes in frequency gaps between resonators find values for model parameters</a:t>
            </a:r>
          </a:p>
          <a:p>
            <a:r>
              <a:rPr lang="en-US" sz="2300" dirty="0"/>
              <a:t>We assume that a collision occurs when resonator frequencies  are within 10/Q from each other</a:t>
            </a:r>
          </a:p>
          <a:p>
            <a:pPr lvl="1"/>
            <a:r>
              <a:rPr lang="en-US" sz="2100" dirty="0"/>
              <a:t>Use Q=100000</a:t>
            </a:r>
          </a:p>
          <a:p>
            <a:pPr lvl="1"/>
            <a:r>
              <a:rPr lang="en-US" sz="2100" dirty="0"/>
              <a:t>Collision if </a:t>
            </a:r>
            <a:r>
              <a:rPr lang="en-US" sz="2100" dirty="0" err="1"/>
              <a:t>df</a:t>
            </a:r>
            <a:r>
              <a:rPr lang="en-US" sz="2100" dirty="0"/>
              <a:t>/f  &lt;1e-4   </a:t>
            </a:r>
          </a:p>
          <a:p>
            <a:r>
              <a:rPr lang="en-US" sz="2300" dirty="0"/>
              <a:t>We find that gap changes do not have normal distribution but instead have heavier tails. Therefore, we use a generalized normal distribution. </a:t>
            </a:r>
          </a:p>
          <a:p>
            <a:r>
              <a:rPr lang="en-US" sz="2300" dirty="0"/>
              <a:t>We estimate the acceptable size of the standard deviation (STD) of the gap change to avoid pile ups based on the observed distribution</a:t>
            </a:r>
          </a:p>
          <a:p>
            <a:r>
              <a:rPr lang="en-US" sz="2300" dirty="0"/>
              <a:t>We find that the STD of the gaps  changes  should be less than about 3.1e-4 to have less than 1 collision in a 1000 resonators</a:t>
            </a:r>
          </a:p>
          <a:p>
            <a:endParaRPr lang="en-US" sz="2100" dirty="0"/>
          </a:p>
          <a:p>
            <a:endParaRPr lang="en-US" sz="2300" dirty="0"/>
          </a:p>
          <a:p>
            <a:endParaRPr lang="en-US" sz="2000" dirty="0"/>
          </a:p>
          <a:p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93419-B495-CA22-F82D-170D9620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ECEEF-8134-887D-0A69-44B97AF7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38" t="7443" b="47353"/>
          <a:stretch>
            <a:fillRect/>
          </a:stretch>
        </p:blipFill>
        <p:spPr>
          <a:xfrm>
            <a:off x="7340600" y="2539999"/>
            <a:ext cx="4419600" cy="1831975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421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E0110-32F2-03B2-198B-2EEEB8C8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Normal Distribution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71617-4CB0-E40B-79FA-F87031D0A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133" y="1114424"/>
                <a:ext cx="5494867" cy="5480339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US" sz="2300" dirty="0"/>
                  <a:t>Assume 1000 resonators have an initial spacing of df/f =0 .0018</a:t>
                </a:r>
              </a:p>
              <a:p>
                <a:r>
                  <a:rPr lang="en-US" sz="2300" dirty="0"/>
                  <a:t>The Generalized Normal Distribution is used to modal the  displacements in resonator gaps and resonator frequencies.</a:t>
                </a:r>
              </a:p>
              <a:p>
                <a:pPr lvl="1"/>
                <a:r>
                  <a:rPr lang="en-US" sz="2000" dirty="0"/>
                  <a:t>The gap is the displacement df/f  between two neighboring resonators.  </a:t>
                </a:r>
              </a:p>
              <a:p>
                <a:pPr lvl="1"/>
                <a:r>
                  <a:rPr lang="en-US" sz="2000" dirty="0"/>
                  <a:t>We care about changes in  the gaps, not about displacement relative to initial resonator frequencies</a:t>
                </a:r>
              </a:p>
              <a:p>
                <a:pPr lvl="1"/>
                <a:r>
                  <a:rPr lang="en-US" sz="2000" dirty="0"/>
                  <a:t>Chose this model based on the look of empirical gap measurements</a:t>
                </a:r>
              </a:p>
              <a:p>
                <a:r>
                  <a:rPr lang="en-US" sz="2300" dirty="0"/>
                  <a:t>Beta characterizes the tails of the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000" dirty="0"/>
                  <a:t>Normal Distribution</a:t>
                </a:r>
              </a:p>
              <a:p>
                <a:pPr lvl="1"/>
                <a:r>
                  <a:rPr lang="en-US" sz="2000" dirty="0"/>
                  <a:t>The standard deviation is </a:t>
                </a:r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 , which depends on </a:t>
                </a:r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For the same standard deviation (STD),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&lt;2  implies heavier tails, more collisions, sharper looking peak </a:t>
                </a:r>
              </a:p>
              <a:p>
                <a:r>
                  <a:rPr lang="en-US" sz="2300" dirty="0"/>
                  <a:t>The distribution of the resonator displacements (top plot)  results in a distribution of the gap changes between the resonators (bottom plot)</a:t>
                </a:r>
              </a:p>
              <a:p>
                <a:pPr lvl="1"/>
                <a:r>
                  <a:rPr lang="en-US" sz="2000" dirty="0"/>
                  <a:t>The STD in gap displacements  is sqrt(2) times the STD of the individual resonator displacements from their initial positions.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𝑔𝑎𝑝</m:t>
                    </m:r>
                  </m:oMath>
                </a14:m>
                <a:r>
                  <a:rPr lang="en-US" sz="2000" dirty="0"/>
                  <a:t> of the distribution of the  gap changes is not the same as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the distribution of resonator displacements  . </a:t>
                </a:r>
              </a:p>
              <a:p>
                <a:pPr lvl="2"/>
                <a:r>
                  <a:rPr lang="en-US" sz="1800" dirty="0"/>
                  <a:t>The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sz="1800" dirty="0"/>
                  <a:t>  value gets entered the model</a:t>
                </a:r>
              </a:p>
              <a:p>
                <a:pPr lvl="2"/>
                <a:r>
                  <a:rPr lang="en-US" sz="1800" dirty="0"/>
                  <a:t>Base on this simulation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~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sz="1800" dirty="0"/>
                  <a:t>*1.47</a:t>
                </a:r>
              </a:p>
              <a:p>
                <a:pPr lvl="2"/>
                <a:r>
                  <a:rPr lang="en-US" sz="1800" dirty="0"/>
                  <a:t>The gaps are closer to a normal distribution than  the resonator displacements.</a:t>
                </a:r>
              </a:p>
              <a:p>
                <a:r>
                  <a:rPr lang="en-US" sz="2300" dirty="0"/>
                  <a:t>We chose simulation parameters so that “Adjacent Pair Spacing” (bottom plot)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𝑔𝑎𝑝</m:t>
                    </m:r>
                  </m:oMath>
                </a14:m>
                <a:r>
                  <a:rPr lang="en-US" sz="2300" dirty="0"/>
                  <a:t> matches empirically observed distributions.</a:t>
                </a:r>
              </a:p>
              <a:p>
                <a:r>
                  <a:rPr lang="en-US" sz="2300" dirty="0"/>
                  <a:t>We estimate the effect of additional aging by adding more steps with the same distribution</a:t>
                </a:r>
              </a:p>
              <a:p>
                <a:pPr lvl="1"/>
                <a:r>
                  <a:rPr lang="en-US" sz="2100" dirty="0"/>
                  <a:t>Each step spans a few hundred days</a:t>
                </a:r>
              </a:p>
              <a:p>
                <a:pPr lvl="1"/>
                <a:r>
                  <a:rPr lang="en-US" sz="2100" dirty="0"/>
                  <a:t>We chose .5 correlation between steps, which is a worst case estimate based on the empirical data (</a:t>
                </a:r>
                <a:r>
                  <a:rPr lang="en-US" sz="2100" i="1" dirty="0"/>
                  <a:t>See </a:t>
                </a:r>
                <a:r>
                  <a:rPr lang="da-DK" sz="2100" i="1" dirty="0"/>
                  <a:t>2026-4-28 drift correlation over time.pptx</a:t>
                </a:r>
                <a:r>
                  <a:rPr lang="da-DK" sz="2100" dirty="0"/>
                  <a:t>)</a:t>
                </a:r>
                <a:endParaRPr lang="en-US" sz="2100" dirty="0"/>
              </a:p>
              <a:p>
                <a:pPr lvl="1"/>
                <a:r>
                  <a:rPr lang="en-US" sz="2100" dirty="0"/>
                  <a:t>We have the option to attenuate subsequent steps to model slowdown due to aging </a:t>
                </a:r>
                <a:r>
                  <a:rPr lang="en-US" sz="1900" dirty="0"/>
                  <a:t>Currently, we use the worst case: no slow down. 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71617-4CB0-E40B-79FA-F87031D0A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133" y="1114424"/>
                <a:ext cx="5494867" cy="5480339"/>
              </a:xfrm>
              <a:blipFill>
                <a:blip r:embed="rId3"/>
                <a:stretch>
                  <a:fillRect t="-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A15BE-0920-68DB-73CE-6427DF46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48C76E-2698-A2D8-0523-EB38CC56F5B2}"/>
                  </a:ext>
                </a:extLst>
              </p:cNvPr>
              <p:cNvSpPr txBox="1"/>
              <p:nvPr/>
            </p:nvSpPr>
            <p:spPr>
              <a:xfrm>
                <a:off x="5911850" y="835626"/>
                <a:ext cx="4071905" cy="829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∣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∣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48C76E-2698-A2D8-0523-EB38CC56F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50" y="835626"/>
                <a:ext cx="4071905" cy="829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E6823D3-F6E0-5CAB-1B3C-3B2F6A551173}"/>
              </a:ext>
            </a:extLst>
          </p:cNvPr>
          <p:cNvSpPr txBox="1"/>
          <p:nvPr/>
        </p:nvSpPr>
        <p:spPr>
          <a:xfrm>
            <a:off x="7529512" y="1872217"/>
            <a:ext cx="28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Resonator Drifts and Gaps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4E039-C03B-B42C-A246-A65EEE774A46}"/>
              </a:ext>
            </a:extLst>
          </p:cNvPr>
          <p:cNvSpPr txBox="1"/>
          <p:nvPr/>
        </p:nvSpPr>
        <p:spPr>
          <a:xfrm>
            <a:off x="7437438" y="466294"/>
            <a:ext cx="375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Generalized Normal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2EF03-1317-60FF-C391-004174C41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787" y="2342690"/>
            <a:ext cx="5283339" cy="3965713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69F642-C0B0-71FA-B501-E2E42F6C0295}"/>
                  </a:ext>
                </a:extLst>
              </p:cNvPr>
              <p:cNvSpPr txBox="1"/>
              <p:nvPr/>
            </p:nvSpPr>
            <p:spPr>
              <a:xfrm>
                <a:off x="9944877" y="795229"/>
                <a:ext cx="217312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𝛼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m:rPr>
                                  <m:nor/>
                                </m:rPr>
                                <a:rPr lang="el-GR" i="1"/>
                                <m:t> 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m:rPr>
                                  <m:nor/>
                                </m:rPr>
                                <a:rPr lang="el-GR" i="1"/>
                                <m:t> 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69F642-C0B0-71FA-B501-E2E42F6C0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877" y="795229"/>
                <a:ext cx="2173126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12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418E-73DB-8B79-86DC-BA4A69FF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D970-FE96-81DE-521F-9A7EC18D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Parameters for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97C0B-335C-6BB5-80B0-E6B0C004B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133" y="1114424"/>
                <a:ext cx="5056717" cy="548033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Standard deviation of  pair displacements STD~ </a:t>
                </a:r>
                <a:r>
                  <a:rPr lang="en-US" b="1" dirty="0"/>
                  <a:t>1.0e-4  over a couple hundred days</a:t>
                </a:r>
              </a:p>
              <a:p>
                <a:pPr lvl="1"/>
                <a:r>
                  <a:rPr lang="en-US" dirty="0"/>
                  <a:t>See slide 10.</a:t>
                </a:r>
              </a:p>
              <a:p>
                <a:r>
                  <a:rPr lang="en-US" sz="2300" dirty="0"/>
                  <a:t>For the gap measurements , we observe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300" b="0" i="1" baseline="-25000" smtClean="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 ~0.56</m:t>
                    </m:r>
                  </m:oMath>
                </a14:m>
                <a:r>
                  <a:rPr lang="en-US" sz="2300" dirty="0"/>
                  <a:t> (average)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000" dirty="0"/>
                  <a:t>Be230518#1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0.46</a:t>
                </a:r>
              </a:p>
              <a:p>
                <a:pPr lvl="1"/>
                <a:r>
                  <a:rPr lang="en-US" sz="2000" dirty="0"/>
                  <a:t>Be241202.1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0.70</a:t>
                </a:r>
              </a:p>
              <a:p>
                <a:pPr lvl="1"/>
                <a:r>
                  <a:rPr lang="en-US" sz="2000" dirty="0"/>
                  <a:t>L231120_1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0.53 </a:t>
                </a:r>
              </a:p>
              <a:p>
                <a:pPr lvl="1"/>
                <a:r>
                  <a:rPr lang="en-US" sz="2000" dirty="0"/>
                  <a:t>Average :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~0.56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 lvl="1"/>
                <a:r>
                  <a:rPr lang="en-US" sz="2000" b="1" dirty="0"/>
                  <a:t>Worst case: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b="1" i="1" baseline="-25000" smtClean="0">
                        <a:latin typeface="Cambria Math" panose="02040503050406030204" pitchFamily="18" charset="0"/>
                      </a:rPr>
                      <m:t>𝒈𝒂𝒑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𝟒𝟔</m:t>
                    </m:r>
                  </m:oMath>
                </a14:m>
                <a:r>
                  <a:rPr lang="en-US" sz="2000" b="1" dirty="0"/>
                  <a:t> </a:t>
                </a:r>
              </a:p>
              <a:p>
                <a:pPr lvl="2"/>
                <a:r>
                  <a:rPr lang="en-US" sz="1800" dirty="0"/>
                  <a:t>Note that L231120_1 is asymmetric</a:t>
                </a:r>
              </a:p>
              <a:p>
                <a:pPr lvl="1"/>
                <a:r>
                  <a:rPr lang="en-US" sz="2000" dirty="0"/>
                  <a:t>See slide 11.</a:t>
                </a:r>
              </a:p>
              <a:p>
                <a:r>
                  <a:rPr lang="en-US" sz="2200" dirty="0"/>
                  <a:t>Implies Beta of resonator displacements is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𝑟𝑒𝑠𝑜𝑛𝑎𝑡𝑜𝑟</m:t>
                    </m:r>
                    <m:r>
                      <a:rPr lang="en-US" sz="2000" b="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~0.38 (average)</a:t>
                </a:r>
              </a:p>
              <a:p>
                <a:pPr lvl="1"/>
                <a:r>
                  <a:rPr lang="en-US" sz="2000" b="1" dirty="0"/>
                  <a:t>Worst case: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sz="2000" b="1" dirty="0"/>
                  <a:t>~.32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97C0B-335C-6BB5-80B0-E6B0C004B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133" y="1114424"/>
                <a:ext cx="5056717" cy="5480339"/>
              </a:xfrm>
              <a:blipFill>
                <a:blip r:embed="rId2"/>
                <a:stretch>
                  <a:fillRect l="-1448" t="-1112" r="-724" b="-1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0DBDC-F895-3645-35E1-A997AF00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E2B6EB-59AB-91EE-FF64-CB25C84C17BB}"/>
                  </a:ext>
                </a:extLst>
              </p:cNvPr>
              <p:cNvSpPr txBox="1"/>
              <p:nvPr/>
            </p:nvSpPr>
            <p:spPr>
              <a:xfrm>
                <a:off x="5911850" y="835626"/>
                <a:ext cx="6096000" cy="829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∣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∣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E2B6EB-59AB-91EE-FF64-CB25C84C1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50" y="835626"/>
                <a:ext cx="6096000" cy="829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3D919D9-67CD-CAED-39FA-DFF90E66997F}"/>
              </a:ext>
            </a:extLst>
          </p:cNvPr>
          <p:cNvSpPr txBox="1"/>
          <p:nvPr/>
        </p:nvSpPr>
        <p:spPr>
          <a:xfrm>
            <a:off x="7529512" y="1872217"/>
            <a:ext cx="28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Resonator Drifts and Gaps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D9DAA6-C4E5-3536-DE0A-F90C06882DC2}"/>
              </a:ext>
            </a:extLst>
          </p:cNvPr>
          <p:cNvSpPr txBox="1"/>
          <p:nvPr/>
        </p:nvSpPr>
        <p:spPr>
          <a:xfrm>
            <a:off x="7437438" y="466294"/>
            <a:ext cx="375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Generalized Normal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46D59-17F9-1BC1-E3B4-0B2B59DB7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787" y="2342690"/>
            <a:ext cx="5283339" cy="39657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792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D103-3BE2-59F5-E18C-C9583789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Realistic Distribution  Compared to Gaussian –Linear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9F5A22-21E3-8483-C79E-F593CD3D8F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133" y="1114425"/>
                <a:ext cx="4846171" cy="51288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Assume 1000 resonators, spacing </a:t>
                </a:r>
                <a:r>
                  <a:rPr lang="en-US" dirty="0" err="1"/>
                  <a:t>df</a:t>
                </a:r>
                <a:r>
                  <a:rPr lang="en-US" dirty="0"/>
                  <a:t>/f =.0018.</a:t>
                </a:r>
              </a:p>
              <a:p>
                <a:r>
                  <a:rPr lang="en-US" b="1" dirty="0"/>
                  <a:t>Assume worst case: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b="1" dirty="0"/>
                  <a:t>~.31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Find Maximum Standard Deviation of gap changes to have less than .5 probability pile up </a:t>
                </a:r>
              </a:p>
              <a:p>
                <a:pPr lvl="1"/>
                <a:r>
                  <a:rPr lang="en-US" dirty="0"/>
                  <a:t>Collisions are in the dark orange region of the plots.  See next slide.</a:t>
                </a:r>
              </a:p>
              <a:p>
                <a:r>
                  <a:rPr lang="en-US" dirty="0"/>
                  <a:t>Empirical Distribution </a:t>
                </a:r>
              </a:p>
              <a:p>
                <a:pPr lvl="1"/>
                <a:r>
                  <a:rPr lang="en-US" dirty="0"/>
                  <a:t>Maximum  Gap STD~ </a:t>
                </a:r>
                <a:r>
                  <a:rPr lang="en-US" b="1" dirty="0"/>
                  <a:t>3.1e-4</a:t>
                </a:r>
              </a:p>
              <a:p>
                <a:r>
                  <a:rPr lang="en-US" dirty="0"/>
                  <a:t>Normal Distribution </a:t>
                </a:r>
              </a:p>
              <a:p>
                <a:pPr lvl="1"/>
                <a:r>
                  <a:rPr lang="en-US" dirty="0"/>
                  <a:t>Maximum Gap STD~ 5.3e-4</a:t>
                </a:r>
              </a:p>
              <a:p>
                <a:r>
                  <a:rPr lang="en-US" dirty="0"/>
                  <a:t>Our distribution is ~ </a:t>
                </a:r>
                <a:r>
                  <a:rPr lang="en-US" b="1" dirty="0"/>
                  <a:t>1.7 times worse than gaussian</a:t>
                </a:r>
              </a:p>
              <a:p>
                <a:pPr lvl="1"/>
                <a:r>
                  <a:rPr lang="en-US" dirty="0"/>
                  <a:t>heavier tails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9F5A22-21E3-8483-C79E-F593CD3D8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133" y="1114425"/>
                <a:ext cx="4846171" cy="5128822"/>
              </a:xfrm>
              <a:blipFill>
                <a:blip r:embed="rId2"/>
                <a:stretch>
                  <a:fillRect l="-1132" t="-1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EDB8E-259B-8EDF-27DE-7D645D3C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A93B7-7BF0-C5AB-DBC0-073A374339FA}"/>
              </a:ext>
            </a:extLst>
          </p:cNvPr>
          <p:cNvSpPr txBox="1"/>
          <p:nvPr/>
        </p:nvSpPr>
        <p:spPr>
          <a:xfrm>
            <a:off x="6380974" y="960536"/>
            <a:ext cx="513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Simulation of Realistic Distribution Max STD = </a:t>
            </a:r>
            <a:r>
              <a:rPr lang="en-US" sz="1400" b="1" dirty="0"/>
              <a:t>3.1e-4</a:t>
            </a:r>
            <a:r>
              <a:rPr lang="en-US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08305-28DF-7D40-38BC-E62D46BE5839}"/>
              </a:ext>
            </a:extLst>
          </p:cNvPr>
          <p:cNvSpPr txBox="1"/>
          <p:nvPr/>
        </p:nvSpPr>
        <p:spPr>
          <a:xfrm>
            <a:off x="6444732" y="3830392"/>
            <a:ext cx="5369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Simulation of the Normal Distribution Max STD= </a:t>
            </a:r>
            <a:r>
              <a:rPr lang="en-US" sz="1400" b="1" dirty="0"/>
              <a:t>5.3e-4</a:t>
            </a:r>
            <a:r>
              <a:rPr lang="en-US" sz="1400" dirty="0"/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E36740-ACFE-E4F3-F6C7-339A47C51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190" y="4168947"/>
            <a:ext cx="4157813" cy="2205002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E0FEF6-0F4B-D6E5-77E7-B38430B64504}"/>
              </a:ext>
            </a:extLst>
          </p:cNvPr>
          <p:cNvSpPr/>
          <p:nvPr/>
        </p:nvSpPr>
        <p:spPr>
          <a:xfrm rot="16200000">
            <a:off x="8261087" y="3324097"/>
            <a:ext cx="217714" cy="30777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052AF6-1E7E-3916-9261-0A22ACC20B86}"/>
              </a:ext>
            </a:extLst>
          </p:cNvPr>
          <p:cNvSpPr txBox="1"/>
          <p:nvPr/>
        </p:nvSpPr>
        <p:spPr>
          <a:xfrm>
            <a:off x="8058982" y="3564827"/>
            <a:ext cx="621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</a:rPr>
              <a:t>Collisions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93BD533-8E71-C52E-7DA7-CC823875A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101" y="1419984"/>
            <a:ext cx="4113901" cy="241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01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8EC8-3CC5-0BCA-589C-C12281BB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4372B27-0378-1590-36DE-230DC9BA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065" y="1332478"/>
            <a:ext cx="3459765" cy="2125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761AC-007C-7CB0-7439-6FBC6459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Empirical Distribution and  Compared to Gaussian  --Log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B021B-7646-C962-1C63-EF97C92C7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4846171" cy="5128822"/>
          </a:xfrm>
        </p:spPr>
        <p:txBody>
          <a:bodyPr>
            <a:normAutofit/>
          </a:bodyPr>
          <a:lstStyle/>
          <a:p>
            <a:r>
              <a:rPr lang="en-US" dirty="0"/>
              <a:t>In log scale we can see that the two distributions have about the same number of collisions </a:t>
            </a:r>
          </a:p>
          <a:p>
            <a:pPr lvl="1"/>
            <a:r>
              <a:rPr lang="en-US" dirty="0"/>
              <a:t>Collision are in the dark orange region of bottom plot  </a:t>
            </a:r>
          </a:p>
          <a:p>
            <a:pPr lvl="1"/>
            <a:r>
              <a:rPr lang="en-US" dirty="0"/>
              <a:t>Both have a probability of .5 of one resonator collision (for 1000 resonators total)</a:t>
            </a:r>
          </a:p>
          <a:p>
            <a:pPr lvl="1"/>
            <a:r>
              <a:rPr lang="en-US" dirty="0"/>
              <a:t> Realistic distribution : Max STD~ </a:t>
            </a:r>
            <a:r>
              <a:rPr lang="en-US" b="1" dirty="0"/>
              <a:t>3.1e-4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Normal distribution : Max STD~ </a:t>
            </a:r>
            <a:r>
              <a:rPr lang="en-US" b="1" dirty="0"/>
              <a:t>5.3 e-4</a:t>
            </a:r>
            <a:r>
              <a:rPr lang="en-US" dirty="0"/>
              <a:t> </a:t>
            </a:r>
          </a:p>
          <a:p>
            <a:r>
              <a:rPr lang="en-US" dirty="0"/>
              <a:t>Therefore, the realistic model is   ~ </a:t>
            </a:r>
            <a:r>
              <a:rPr lang="en-US" b="1" dirty="0"/>
              <a:t>1.7 times worse than gaussian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60EC6-7D8A-9293-90A8-67DF4CFE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7D6DAA-82C8-2520-9785-96D29B293C84}"/>
              </a:ext>
            </a:extLst>
          </p:cNvPr>
          <p:cNvSpPr txBox="1"/>
          <p:nvPr/>
        </p:nvSpPr>
        <p:spPr>
          <a:xfrm>
            <a:off x="6744697" y="1001923"/>
            <a:ext cx="504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Simulation of Realistic Distribution Max STD~ </a:t>
            </a:r>
            <a:r>
              <a:rPr lang="en-US" sz="1400" b="1" dirty="0"/>
              <a:t>3.1e-4</a:t>
            </a:r>
            <a:r>
              <a:rPr lang="en-US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E0EE75-6022-2F9B-5F9D-FD157B4AA4A6}"/>
              </a:ext>
            </a:extLst>
          </p:cNvPr>
          <p:cNvSpPr txBox="1"/>
          <p:nvPr/>
        </p:nvSpPr>
        <p:spPr>
          <a:xfrm>
            <a:off x="6629619" y="3831027"/>
            <a:ext cx="5158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Simulation of the Normal Distribution Max STD~ </a:t>
            </a:r>
            <a:r>
              <a:rPr lang="en-US" sz="1400" b="1" dirty="0"/>
              <a:t>5.3 e-4</a:t>
            </a:r>
            <a:r>
              <a:rPr lang="en-US" sz="14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74876C-6245-0813-66AB-2F51C5D30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065" y="4168948"/>
            <a:ext cx="3459765" cy="207430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0CE356C1-DE7C-4922-386F-C7D0E6617188}"/>
              </a:ext>
            </a:extLst>
          </p:cNvPr>
          <p:cNvSpPr/>
          <p:nvPr/>
        </p:nvSpPr>
        <p:spPr>
          <a:xfrm rot="16200000">
            <a:off x="8347855" y="3383968"/>
            <a:ext cx="217714" cy="30777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AA497-AD5A-5FEB-0BCB-4CF7F3766C81}"/>
              </a:ext>
            </a:extLst>
          </p:cNvPr>
          <p:cNvSpPr txBox="1"/>
          <p:nvPr/>
        </p:nvSpPr>
        <p:spPr>
          <a:xfrm>
            <a:off x="8145750" y="3624698"/>
            <a:ext cx="621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</a:rPr>
              <a:t>Collisions</a:t>
            </a:r>
          </a:p>
        </p:txBody>
      </p:sp>
    </p:spTree>
    <p:extLst>
      <p:ext uri="{BB962C8B-B14F-4D97-AF65-F5344CB8AC3E}">
        <p14:creationId xmlns:p14="http://schemas.microsoft.com/office/powerpoint/2010/main" val="366419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E4002-13C7-87E5-53B9-4D4C3B0F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5237-74FD-9EE0-B52C-800DF00E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Empirical Distribution and  --Worst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87709-D337-754E-42C0-E26B10A44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133" y="1114425"/>
                <a:ext cx="4846171" cy="51288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Assume </a:t>
                </a:r>
              </a:p>
              <a:p>
                <a:pPr lvl="1"/>
                <a:r>
                  <a:rPr lang="en-US" dirty="0"/>
                  <a:t>1000 resonators, spacing </a:t>
                </a:r>
                <a:r>
                  <a:rPr lang="en-US" dirty="0" err="1"/>
                  <a:t>df</a:t>
                </a:r>
                <a:r>
                  <a:rPr lang="en-US" dirty="0"/>
                  <a:t>/f =.0018</a:t>
                </a:r>
              </a:p>
              <a:p>
                <a:pPr lvl="1"/>
                <a:r>
                  <a:rPr lang="en-US" dirty="0"/>
                  <a:t>STD =3e-4</a:t>
                </a:r>
              </a:p>
              <a:p>
                <a:r>
                  <a:rPr lang="en-US" dirty="0"/>
                  <a:t>Worst case distribution: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=0.32</a:t>
                </a:r>
              </a:p>
              <a:p>
                <a:pPr lvl="1"/>
                <a:r>
                  <a:rPr lang="en-US" dirty="0"/>
                  <a:t>.5 collisions</a:t>
                </a:r>
              </a:p>
              <a:p>
                <a:r>
                  <a:rPr lang="en-US" dirty="0"/>
                  <a:t>Typical distribution: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=0.38</a:t>
                </a:r>
              </a:p>
              <a:p>
                <a:pPr lvl="1"/>
                <a:r>
                  <a:rPr lang="en-US" dirty="0"/>
                  <a:t>.5 collision</a:t>
                </a:r>
              </a:p>
              <a:p>
                <a:r>
                  <a:rPr lang="en-US" dirty="0"/>
                  <a:t>Worst has about the same number of collisions for this, STD</a:t>
                </a:r>
              </a:p>
              <a:p>
                <a:r>
                  <a:rPr lang="en-US" dirty="0"/>
                  <a:t>Used worse case to be safe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87709-D337-754E-42C0-E26B10A44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133" y="1114425"/>
                <a:ext cx="4846171" cy="5128822"/>
              </a:xfrm>
              <a:blipFill>
                <a:blip r:embed="rId2"/>
                <a:stretch>
                  <a:fillRect l="-1132" t="-1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6F43D-F26D-1329-989A-EB28418F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7E1952-5A07-254A-3B9E-6BFBC1191418}"/>
                  </a:ext>
                </a:extLst>
              </p:cNvPr>
              <p:cNvSpPr txBox="1"/>
              <p:nvPr/>
            </p:nvSpPr>
            <p:spPr>
              <a:xfrm>
                <a:off x="6495996" y="3750805"/>
                <a:ext cx="40761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Simulation of Typical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=0.32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7E1952-5A07-254A-3B9E-6BFBC1191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996" y="3750805"/>
                <a:ext cx="4076134" cy="1200329"/>
              </a:xfrm>
              <a:prstGeom prst="rect">
                <a:avLst/>
              </a:prstGeom>
              <a:blipFill>
                <a:blip r:embed="rId3"/>
                <a:stretch>
                  <a:fillRect l="-1347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FD3EC1-274F-2EAE-65D9-A606C01B3D75}"/>
                  </a:ext>
                </a:extLst>
              </p:cNvPr>
              <p:cNvSpPr txBox="1"/>
              <p:nvPr/>
            </p:nvSpPr>
            <p:spPr>
              <a:xfrm>
                <a:off x="6617294" y="598303"/>
                <a:ext cx="40761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Simulation of Realistic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=0.38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FD3EC1-274F-2EAE-65D9-A606C01B3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294" y="598303"/>
                <a:ext cx="4076134" cy="1200329"/>
              </a:xfrm>
              <a:prstGeom prst="rect">
                <a:avLst/>
              </a:prstGeom>
              <a:blipFill>
                <a:blip r:embed="rId4"/>
                <a:stretch>
                  <a:fillRect l="-1347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59BE967-CC93-5428-FE40-8BA59661D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487" y="1266052"/>
            <a:ext cx="4052059" cy="20652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AF5E06-840A-E78D-A7BB-29A541B15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852" y="4442625"/>
            <a:ext cx="3885328" cy="196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77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FE3D-F5C7-BAC4-5DFA-533F54BA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1"/>
            <a:ext cx="10515600" cy="470501"/>
          </a:xfrm>
        </p:spPr>
        <p:txBody>
          <a:bodyPr/>
          <a:lstStyle/>
          <a:p>
            <a:r>
              <a:rPr lang="en-US" dirty="0"/>
              <a:t>Device Performance Compared to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5FDD2-0096-BEDA-293E-DB603EC2C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68" y="1136626"/>
            <a:ext cx="4221981" cy="4997474"/>
          </a:xfrm>
        </p:spPr>
        <p:txBody>
          <a:bodyPr>
            <a:normAutofit/>
          </a:bodyPr>
          <a:lstStyle/>
          <a:p>
            <a:r>
              <a:rPr lang="en-US" dirty="0"/>
              <a:t>Collision requirement</a:t>
            </a:r>
          </a:p>
          <a:p>
            <a:pPr lvl="1"/>
            <a:r>
              <a:rPr lang="en-US" b="1" dirty="0" err="1"/>
              <a:t>Rhe</a:t>
            </a:r>
            <a:r>
              <a:rPr lang="en-US" b="1" dirty="0"/>
              <a:t> STD of  neighbors net displacement  &lt;  3.1e-4 </a:t>
            </a:r>
          </a:p>
          <a:p>
            <a:pPr lvl="1"/>
            <a:r>
              <a:rPr lang="en-US" dirty="0"/>
              <a:t>This implies a probability of less than 1 collision in 1000 resonators, given the observed statistics</a:t>
            </a:r>
          </a:p>
          <a:p>
            <a:r>
              <a:rPr lang="en-US" dirty="0"/>
              <a:t>4 of 5 Sensor sensors measure 1e-4 over a duration of hundreds of days</a:t>
            </a:r>
          </a:p>
          <a:p>
            <a:pPr lvl="1"/>
            <a:r>
              <a:rPr lang="en-US" dirty="0"/>
              <a:t>But we need to stay within the requirement over 2 years</a:t>
            </a:r>
          </a:p>
          <a:p>
            <a:pPr lvl="1"/>
            <a:r>
              <a:rPr lang="en-US" dirty="0"/>
              <a:t>This may is possible because shifts are not perfectly correlated over time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7362C-9141-E926-D207-89FDDCA6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9306"/>
            <a:ext cx="2743200" cy="365125"/>
          </a:xfrm>
        </p:spPr>
        <p:txBody>
          <a:bodyPr/>
          <a:lstStyle/>
          <a:p>
            <a:fld id="{30282661-DEC2-3049-921A-D32C50A327E6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768060-1B00-75A3-2390-EF70E1A88A64}"/>
              </a:ext>
            </a:extLst>
          </p:cNvPr>
          <p:cNvGrpSpPr/>
          <p:nvPr/>
        </p:nvGrpSpPr>
        <p:grpSpPr>
          <a:xfrm>
            <a:off x="6133426" y="4316360"/>
            <a:ext cx="5022240" cy="2235508"/>
            <a:chOff x="3688773" y="4316362"/>
            <a:chExt cx="5022240" cy="223550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71BF9D-3E68-A7F4-02D0-1AD7E1D55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135" t="52941"/>
            <a:stretch>
              <a:fillRect/>
            </a:stretch>
          </p:blipFill>
          <p:spPr>
            <a:xfrm>
              <a:off x="3688773" y="4316362"/>
              <a:ext cx="5022240" cy="2235508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8DB8C78F-BE48-A0C5-982D-AB17727FA86F}"/>
                </a:ext>
              </a:extLst>
            </p:cNvPr>
            <p:cNvSpPr/>
            <p:nvPr/>
          </p:nvSpPr>
          <p:spPr>
            <a:xfrm>
              <a:off x="5810250" y="5172178"/>
              <a:ext cx="571500" cy="5238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B6F2E1-D0A9-C9FF-A0DD-70F969FBB06E}"/>
                </a:ext>
              </a:extLst>
            </p:cNvPr>
            <p:cNvSpPr txBox="1"/>
            <p:nvPr/>
          </p:nvSpPr>
          <p:spPr>
            <a:xfrm>
              <a:off x="5342643" y="4749321"/>
              <a:ext cx="13144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+/- 2e-4 or less </a:t>
              </a: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0896B7-6B15-0056-D77B-309EFB4D8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78573"/>
              </p:ext>
            </p:extLst>
          </p:nvPr>
        </p:nvGraphicFramePr>
        <p:xfrm>
          <a:off x="6096000" y="1278207"/>
          <a:ext cx="4813300" cy="201168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152035362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5659192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22892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882156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18267577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28296536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Sensor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nl-NL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STD Net Change (df/f)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Days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Ratio to Lowest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Ratio to Lowest Net Change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Ratio to Req:  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STD Net change 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&lt; 3.1e-4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489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Be230518#1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1.0E-03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3.2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2984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Be241202.1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9.0E-05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9496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L121120_1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1.1E-04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0.4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9308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MIT R3C4 Not Florinated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1.0E-04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287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5181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MIT R4C4  -Florintated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1.0E-04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79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32CC-54CD-4100-809E-0BD7D005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 How Much heavier We Drift And Not Have Pile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A21D07-5AD2-4B56-34E7-B4A997288D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71355"/>
                <a:ext cx="4932784" cy="367725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Assume Typical STD of gap displacements </a:t>
                </a:r>
              </a:p>
              <a:p>
                <a:pPr lvl="1"/>
                <a:r>
                  <a:rPr lang="en-US" dirty="0"/>
                  <a:t>Initial displacements over~ 200 hundred days  (1 step)</a:t>
                </a:r>
              </a:p>
              <a:p>
                <a:pPr lvl="1"/>
                <a:r>
                  <a:rPr lang="en-US" dirty="0"/>
                  <a:t>Gap STD= .0001   (</a:t>
                </a:r>
                <a:r>
                  <a:rPr lang="en-US" dirty="0" err="1"/>
                  <a:t>df</a:t>
                </a:r>
                <a:r>
                  <a:rPr lang="en-US" dirty="0"/>
                  <a:t>/f)</a:t>
                </a:r>
              </a:p>
              <a:p>
                <a:r>
                  <a:rPr lang="en-US" dirty="0"/>
                  <a:t>Worst Case Prediction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=0.32 (worst case)</a:t>
                </a:r>
              </a:p>
              <a:p>
                <a:pPr lvl="1"/>
                <a:r>
                  <a:rPr lang="en-US" dirty="0"/>
                  <a:t>  Correlation to later displacements =1 (theoretical worst case)</a:t>
                </a:r>
              </a:p>
              <a:p>
                <a:pPr lvl="1"/>
                <a:r>
                  <a:rPr lang="en-US" dirty="0"/>
                  <a:t>Prediction ~ 600 days  (3 steps) with &lt;1 collision</a:t>
                </a:r>
              </a:p>
              <a:p>
                <a:r>
                  <a:rPr lang="en-US" dirty="0"/>
                  <a:t>More realistic prediction but still conservative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𝑔𝑎𝑝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=0.32 (worst case)</a:t>
                </a:r>
              </a:p>
              <a:p>
                <a:pPr lvl="1"/>
                <a:r>
                  <a:rPr lang="en-US" dirty="0"/>
                  <a:t>  Correlation to later displacements =.5 (worst observed case)</a:t>
                </a:r>
              </a:p>
              <a:p>
                <a:pPr lvl="1"/>
                <a:r>
                  <a:rPr lang="en-US" dirty="0"/>
                  <a:t>Prediction ~ 800 days  (4 steps) with &lt;1 collision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A21D07-5AD2-4B56-34E7-B4A997288D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71355"/>
                <a:ext cx="4932784" cy="3677251"/>
              </a:xfrm>
              <a:blipFill>
                <a:blip r:embed="rId2"/>
                <a:stretch>
                  <a:fillRect l="-618" t="-1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26483-D850-834C-437A-30408490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7AE54B-F720-B4B4-B2C8-53DAABB48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024" y="1016176"/>
            <a:ext cx="3684889" cy="28054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D0A6CD-F0AC-9B18-AA88-B1BC10814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175" y="4186334"/>
            <a:ext cx="3545976" cy="267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8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578C-4EB2-0860-7E53-2BE2891C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to Have No Collision in 1000 KID Sensor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68E542-7584-DDCE-1249-4198FF0DA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133" y="1114425"/>
                <a:ext cx="4663017" cy="529512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Assume 1000 resonators, spacing </a:t>
                </a:r>
                <a:r>
                  <a:rPr lang="en-US" dirty="0" err="1"/>
                  <a:t>df</a:t>
                </a:r>
                <a:r>
                  <a:rPr lang="en-US" dirty="0"/>
                  <a:t>/f =.0018,</a:t>
                </a:r>
              </a:p>
              <a:p>
                <a:r>
                  <a:rPr lang="en-US" dirty="0"/>
                  <a:t> Worst case assumptions </a:t>
                </a:r>
                <a:r>
                  <a:rPr lang="en-US" b="1" dirty="0"/>
                  <a:t> :</a:t>
                </a:r>
              </a:p>
              <a:p>
                <a:pPr lvl="1"/>
                <a:r>
                  <a:rPr lang="en-US" dirty="0"/>
                  <a:t>Collision if </a:t>
                </a:r>
                <a:r>
                  <a:rPr lang="en-US" dirty="0" err="1"/>
                  <a:t>df</a:t>
                </a:r>
                <a:r>
                  <a:rPr lang="en-US" dirty="0"/>
                  <a:t>/f within 1e-5</a:t>
                </a:r>
              </a:p>
              <a:p>
                <a:pPr lvl="1"/>
                <a:r>
                  <a:rPr lang="en-US" dirty="0"/>
                  <a:t>Resonator Movement Distribution</a:t>
                </a:r>
                <a:r>
                  <a:rPr lang="en-US" b="1" dirty="0"/>
                  <a:t>: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𝑟𝑒𝑠𝑜𝑛𝑎𝑡𝑜𝑟</m:t>
                    </m:r>
                  </m:oMath>
                </a14:m>
                <a:r>
                  <a:rPr lang="en-US" dirty="0"/>
                  <a:t>=.31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Corresponds to initial  gap distribution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dirty="0"/>
                  <a:t>= 0.46 (Worst Case Observed)</a:t>
                </a:r>
              </a:p>
              <a:p>
                <a:pPr lvl="1"/>
                <a:r>
                  <a:rPr lang="en-US" dirty="0"/>
                  <a:t>Year to year correlation: 0.5</a:t>
                </a:r>
              </a:p>
              <a:p>
                <a:r>
                  <a:rPr lang="en-US" dirty="0"/>
                  <a:t>Assume each step is a year, compute the distribution after 2 steps.</a:t>
                </a:r>
              </a:p>
              <a:p>
                <a:r>
                  <a:rPr lang="en-US" dirty="0"/>
                  <a:t>Gap Distribution becomes more normal with time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dirty="0"/>
                  <a:t>= 0.46, goes to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𝑠𝑡𝑒𝑝𝑠</m:t>
                    </m:r>
                  </m:oMath>
                </a14:m>
                <a:r>
                  <a:rPr lang="en-US" dirty="0"/>
                  <a:t>= 0.53  (less weighty tails)</a:t>
                </a:r>
              </a:p>
              <a:p>
                <a:r>
                  <a:rPr lang="en-US" b="1" dirty="0"/>
                  <a:t>Requirement: 1000 Resonator Sensor unlikely to have any resonator collision. </a:t>
                </a:r>
                <a:r>
                  <a:rPr lang="en-US" dirty="0"/>
                  <a:t>(Probably &lt;50%)</a:t>
                </a:r>
              </a:p>
              <a:p>
                <a:pPr lvl="1"/>
                <a:r>
                  <a:rPr lang="en-US" dirty="0"/>
                  <a:t>Implies </a:t>
                </a:r>
                <a:r>
                  <a:rPr lang="en-US" b="1" dirty="0"/>
                  <a:t>Maximum  Gap STD  &lt; 1.9e-4 over  1 year</a:t>
                </a:r>
              </a:p>
              <a:p>
                <a:r>
                  <a:rPr lang="en-US" b="1" dirty="0"/>
                  <a:t>2 resonators crossed but unlikely to collide during measurement</a:t>
                </a:r>
              </a:p>
              <a:p>
                <a:r>
                  <a:rPr lang="en-US" b="1" dirty="0"/>
                  <a:t>If we require no cross overs after two years:</a:t>
                </a:r>
              </a:p>
              <a:p>
                <a:pPr lvl="1"/>
                <a:r>
                  <a:rPr lang="en-US" b="1" dirty="0"/>
                  <a:t>Maximum  Gap STD  &lt; 1.3e-4 over  1 year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68E542-7584-DDCE-1249-4198FF0DA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133" y="1114425"/>
                <a:ext cx="4663017" cy="5295120"/>
              </a:xfrm>
              <a:blipFill>
                <a:blip r:embed="rId2"/>
                <a:stretch>
                  <a:fillRect l="-523" t="-1498" r="-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C158C-F979-F30A-3E78-9379CB2B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BCEA67-CEE6-61BE-856D-6E8FFB15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00" y="3897038"/>
            <a:ext cx="4180615" cy="2682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977525-C960-64F1-532C-14CCBF521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900" y="835626"/>
            <a:ext cx="4254809" cy="29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1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F6E4-9E5F-800A-E63B-2120844A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to Distribution of Resonators in Sensors to Nominal .0018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5D33-0BF5-8EB4-0686-EC803D602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Empirical data, it looked like a few resonators did collide or cross</a:t>
            </a:r>
          </a:p>
          <a:p>
            <a:pPr lvl="1"/>
            <a:r>
              <a:rPr lang="en-US" dirty="0"/>
              <a:t>Be230518#1  -- .675 GHz to .6925 GHz  , 44 resonators  -&gt; spacing of .00058, 3X the standard .0018 spacing</a:t>
            </a:r>
          </a:p>
          <a:p>
            <a:pPr lvl="1"/>
            <a:r>
              <a:rPr lang="en-US" dirty="0"/>
              <a:t>A typical bunches  has a spacing .00032 , 5.4 X the  nominal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This explains this explains why a few collisions are observed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AB0DC-644D-FF08-9AF5-77AA51A6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042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3D12-7FAE-FD2A-DFF8-5F588E6F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61F7F-6477-3796-A989-B3717206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why </a:t>
            </a:r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L121120_1 is our most stable JPL device </a:t>
            </a:r>
            <a:r>
              <a:rPr lang="en-US" dirty="0">
                <a:solidFill>
                  <a:srgbClr val="00B050"/>
                </a:solidFill>
                <a:latin typeface="Aptos Narrow" panose="020B0004020202020204" pitchFamily="34" charset="0"/>
              </a:rPr>
              <a:t>--Done.</a:t>
            </a:r>
            <a:endParaRPr lang="en-US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It and the MIT devices have the fewest resonators.  They are more compressed spatially so the tend to move together.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Does also explain why it had the most correlations over time?   They tend to keep heading in the same direction.   </a:t>
            </a:r>
          </a:p>
          <a:p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Learn why Be230518#1 has much more neighbor displacement than others</a:t>
            </a:r>
          </a:p>
          <a:p>
            <a:pPr lvl="1"/>
            <a:endParaRPr lang="en-US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Predict how observe red displacement scales to over to years using 50% correlation worst case.   </a:t>
            </a:r>
            <a:r>
              <a:rPr lang="en-US" dirty="0">
                <a:solidFill>
                  <a:srgbClr val="00B050"/>
                </a:solidFill>
                <a:latin typeface="Aptos Narrow" panose="020B0004020202020204" pitchFamily="34" charset="0"/>
              </a:rPr>
              <a:t>--Done.</a:t>
            </a:r>
          </a:p>
          <a:p>
            <a:r>
              <a:rPr lang="en-US" dirty="0"/>
              <a:t>Confirm that the 1.0018 spacing is correct </a:t>
            </a:r>
          </a:p>
          <a:p>
            <a:r>
              <a:rPr lang="en-US" dirty="0"/>
              <a:t>Get Fab date of all the sensors</a:t>
            </a:r>
          </a:p>
          <a:p>
            <a:endParaRPr lang="en-US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84BB9-9904-EE1B-9725-67DD0F07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785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F21D-3BE2-D3AD-EB7E-298391BB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data: Net Gap Displacement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A5FEA-2497-14E2-6BF1-8A62DEB76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4872826" cy="3677251"/>
          </a:xfrm>
        </p:spPr>
        <p:txBody>
          <a:bodyPr/>
          <a:lstStyle/>
          <a:p>
            <a:r>
              <a:rPr lang="en-US" dirty="0"/>
              <a:t>Gap Drift Data is plotted in </a:t>
            </a:r>
            <a:r>
              <a:rPr lang="en-US" i="1" dirty="0"/>
              <a:t>2026-4-27 initial comparison of resonator drift in different devices.pptx </a:t>
            </a:r>
          </a:p>
          <a:p>
            <a:r>
              <a:rPr lang="en-US" dirty="0"/>
              <a:t>A summary table is shown to the right</a:t>
            </a:r>
          </a:p>
          <a:p>
            <a:r>
              <a:rPr lang="en-US" dirty="0"/>
              <a:t>For the model</a:t>
            </a:r>
            <a:r>
              <a:rPr lang="en-US" i="1" dirty="0"/>
              <a:t>, </a:t>
            </a:r>
            <a:r>
              <a:rPr lang="en-US" dirty="0"/>
              <a:t>we assume 1e-4 change occurring over 200 days to be </a:t>
            </a:r>
            <a:r>
              <a:rPr lang="en-US" dirty="0" err="1"/>
              <a:t>representdative</a:t>
            </a:r>
            <a:r>
              <a:rPr lang="en-US" dirty="0"/>
              <a:t> of this data</a:t>
            </a:r>
          </a:p>
          <a:p>
            <a:r>
              <a:rPr lang="en-US" dirty="0"/>
              <a:t>This is consistent with most of the devices </a:t>
            </a:r>
            <a:r>
              <a:rPr lang="en-US" dirty="0" err="1"/>
              <a:t>measureded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6436D-75F4-E06B-6C0E-97CCD2FC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84D3997-97AE-1451-85AE-6C24AE644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037921"/>
              </p:ext>
            </p:extLst>
          </p:nvPr>
        </p:nvGraphicFramePr>
        <p:xfrm>
          <a:off x="6469483" y="1700167"/>
          <a:ext cx="2413000" cy="201168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41409375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1338743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3434977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Sensor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nl-NL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STD Net Change (df/f)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Days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6401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Be230518#1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1.0E-03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3983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Be241202.1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9.0E-05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7931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L121120_1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1.1E-04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8465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MIT R3C4 Not Florinated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1.0E-04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287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4274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MIT R4C4  -Florintated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1.0E-04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122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383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565A-B928-9421-B2D6-E657CD7CC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652" y="2817844"/>
            <a:ext cx="8348651" cy="1494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Empirical Measurements of Model Parameter </a:t>
            </a:r>
            <a:r>
              <a:rPr lang="en-US" sz="2800" dirty="0">
                <a:latin typeface="Symbol" panose="05050102010706020507" pitchFamily="18" charset="2"/>
              </a:rPr>
              <a:t>b</a:t>
            </a:r>
          </a:p>
          <a:p>
            <a:pPr marL="0" indent="0">
              <a:buNone/>
            </a:pPr>
            <a:r>
              <a:rPr lang="en-US" sz="2800" dirty="0">
                <a:latin typeface="Symbol" panose="05050102010706020507" pitchFamily="18" charset="2"/>
              </a:rPr>
              <a:t>(b </a:t>
            </a:r>
            <a:r>
              <a:rPr lang="en-US" sz="2800" dirty="0"/>
              <a:t>measures the tails of the distribution)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E5649-5123-B823-A926-E6F55444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76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3B35-5C09-C845-FE07-6C93D82D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Displacement of Be230518#1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61D42-6F2D-9942-24D8-6C72E7824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2408767" cy="4429125"/>
          </a:xfrm>
        </p:spPr>
        <p:txBody>
          <a:bodyPr/>
          <a:lstStyle/>
          <a:p>
            <a:r>
              <a:rPr lang="en-US" dirty="0"/>
              <a:t>Used only data from 233 lab, with  - cheese plate, temp = 150 </a:t>
            </a:r>
            <a:r>
              <a:rPr lang="en-US" dirty="0" err="1"/>
              <a:t>mK</a:t>
            </a:r>
            <a:r>
              <a:rPr lang="en-US" dirty="0"/>
              <a:t>  .  </a:t>
            </a:r>
          </a:p>
          <a:p>
            <a:r>
              <a:rPr lang="en-US" dirty="0"/>
              <a:t>Selection: “Accepted scans”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6962-EBC8-075B-6497-D76B41AA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496E65-747A-3014-AC4D-BFD5FD87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111" y="1114425"/>
            <a:ext cx="7909813" cy="428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3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A149-FFFD-8A1B-C578-0C9C7C4F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displacement of Be241202.1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DE8B-5FC1-A08E-F86A-1437609A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3EFF8-8069-D835-C3F5-8145B6D6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84" y="1548204"/>
            <a:ext cx="8158316" cy="448707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AB8F90-3875-AC05-EF59-D3E73F1EF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2" y="1114425"/>
            <a:ext cx="2093081" cy="3677251"/>
          </a:xfrm>
        </p:spPr>
        <p:txBody>
          <a:bodyPr/>
          <a:lstStyle/>
          <a:p>
            <a:r>
              <a:rPr lang="en-US" dirty="0"/>
              <a:t>Selection: “125 </a:t>
            </a:r>
            <a:r>
              <a:rPr lang="en-US" dirty="0" err="1"/>
              <a:t>mK</a:t>
            </a:r>
            <a:r>
              <a:rPr lang="en-US" dirty="0"/>
              <a:t> hybridized”</a:t>
            </a:r>
          </a:p>
        </p:txBody>
      </p:sp>
    </p:spTree>
    <p:extLst>
      <p:ext uri="{BB962C8B-B14F-4D97-AF65-F5344CB8AC3E}">
        <p14:creationId xmlns:p14="http://schemas.microsoft.com/office/powerpoint/2010/main" val="2376900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DE93-18B8-38BD-80DF-73A2B5F2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displacement of 4- L231120_1 over similar VNA scans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FAEC0-5490-85D0-C2C2-2AB932027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3113617" cy="3677251"/>
          </a:xfrm>
        </p:spPr>
        <p:txBody>
          <a:bodyPr/>
          <a:lstStyle/>
          <a:p>
            <a:r>
              <a:rPr lang="en-US" dirty="0"/>
              <a:t>Used all data from blackbody enclosure except the low power scan</a:t>
            </a:r>
          </a:p>
          <a:p>
            <a:r>
              <a:rPr lang="en-US" dirty="0"/>
              <a:t>Appears asymmetric</a:t>
            </a:r>
          </a:p>
          <a:p>
            <a:pPr marL="0" indent="0">
              <a:buNone/>
            </a:pPr>
            <a:r>
              <a:rPr lang="en-US" dirty="0"/>
              <a:t>(Selection: “all bb except low power , T=150mK)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CC47C-26FB-D0EC-CFF3-E7E20B51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A5083-4B3C-C039-E5A9-3F549CD67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605" y="932283"/>
            <a:ext cx="7669262" cy="42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4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F1A4-FCE7-5D26-29D1-500F6531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E95E-2087-670E-324A-8706B330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displacement of JPL1-25-4LO-W4-R3C4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77499-1DA1-D672-CE4B-C51348C35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114425"/>
            <a:ext cx="4668699" cy="367725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 enough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7942-0E3B-E829-2E53-F93CC4FC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35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2B8-66F6-8E98-5721-D66D1FDC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displacement of JPLB1_25_4LO_W2 R4C4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CC50-E32A-27F1-C608-86340E8A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 enough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718E5-BB73-DBFD-8365-4CF9D09A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2661-DEC2-3049-921A-D32C50A327E6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B4086-38DB-A3F5-9ABA-ED4E947A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69" y="1862954"/>
            <a:ext cx="5776461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6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48601</TotalTime>
  <Words>1670</Words>
  <Application>Microsoft Office PowerPoint</Application>
  <PresentationFormat>Widescreen</PresentationFormat>
  <Paragraphs>241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Cambria Math</vt:lpstr>
      <vt:lpstr>Symbol</vt:lpstr>
      <vt:lpstr>Office Theme</vt:lpstr>
      <vt:lpstr>Drift Model </vt:lpstr>
      <vt:lpstr>Overview</vt:lpstr>
      <vt:lpstr>Generalized Normal Distribution Model</vt:lpstr>
      <vt:lpstr>Empirical Parameters for the Model</vt:lpstr>
      <vt:lpstr>Realistic Distribution  Compared to Gaussian –Linear Plots</vt:lpstr>
      <vt:lpstr> Empirical Distribution and  Compared to Gaussian  --Log plots</vt:lpstr>
      <vt:lpstr> Empirical Distribution and  --Worst case</vt:lpstr>
      <vt:lpstr>Device Performance Compared to requirement</vt:lpstr>
      <vt:lpstr>Simulate How Much heavier We Drift And Not Have Pile Up</vt:lpstr>
      <vt:lpstr>Requirement to Have No Collision in 1000 KID Sensor</vt:lpstr>
      <vt:lpstr>Compare to Distribution of Resonators in Sensors to Nominal .0018 spacing</vt:lpstr>
      <vt:lpstr>Actions</vt:lpstr>
      <vt:lpstr>Empirical data: Net Gap Displacement</vt:lpstr>
      <vt:lpstr>PowerPoint Presentation</vt:lpstr>
      <vt:lpstr>Gap Displacement of Be230518#1</vt:lpstr>
      <vt:lpstr>Gap displacement of Be241202.1</vt:lpstr>
      <vt:lpstr>Gap displacement of 4- L231120_1 over similar VNA scans </vt:lpstr>
      <vt:lpstr>Gap displacement of JPL1-25-4LO-W4-R3C4</vt:lpstr>
      <vt:lpstr>Gap displacement of JPLB1_25_4LO_W2 R4C4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Charles M. (Matt)</dc:creator>
  <cp:lastModifiedBy>Lindeman, Mark A (US 365H)</cp:lastModifiedBy>
  <cp:revision>388</cp:revision>
  <cp:lastPrinted>2025-04-24T17:16:04Z</cp:lastPrinted>
  <dcterms:created xsi:type="dcterms:W3CDTF">2024-05-21T16:09:49Z</dcterms:created>
  <dcterms:modified xsi:type="dcterms:W3CDTF">2026-05-05T23:25:31Z</dcterms:modified>
</cp:coreProperties>
</file>